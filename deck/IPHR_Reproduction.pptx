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paper's first figure shows the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first figure shows the idea.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one says that the model tends to answer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one says that the model tends to answer no to this kind of question.</a:t>
            </a:r>
          </a:p>
          <a:p/>
          <a:p>
            <a:r>
              <a:t>NEXT: The authors built almost five thousand pairs like this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pairs like this one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We did four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four things.</a:t>
            </a:r>
          </a:p>
          <a:p/>
          <a:p>
            <a:r>
              <a:t>NEXT: We checked the figure,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checked the figure,</a:t>
            </a:r>
          </a:p>
          <a:p/>
          <a:p>
            <a:r>
              <a:t>NEXT: ran it again,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 it again,</a:t>
            </a:r>
          </a:p>
          <a:p/>
          <a:p>
            <a:r>
              <a:t>NEXT: split it by kind of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 it by kind of question</a:t>
            </a:r>
          </a:p>
          <a:p/>
          <a:p>
            <a:r>
              <a:t>NEXT: and tried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tried two variations.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small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small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three original models still online and the newer release of Gemini 2.5 Flash,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three original models still online and the newer release of Gemini 2.5 Flash,</a:t>
            </a:r>
          </a:p>
          <a:p/>
          <a:p>
            <a:r>
              <a:t>NEXT: each model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model leans about as strongly as in the paper.</a:t>
            </a:r>
          </a:p>
          <a:p/>
          <a:p>
            <a:r>
              <a:t>NEXT: GPT-4o mini and Llama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and Llama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a different model behind the same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a different model behind the same name.</a:t>
            </a:r>
          </a:p>
          <a:p/>
          <a:p>
            <a:r>
              <a:t>NEXT: For GPT-4o mini, when it did better on one order of a pair in the paper's run, it tends to do better on the same order in ours,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GPT-4o mini, when it did better on one order of a pair in the paper's run, it tends to do better on the same order in ours, beyond its general lean.</a:t>
            </a:r>
          </a:p>
          <a:p/>
          <a:p>
            <a:r>
              <a:t>NEXT: For the other models this effect is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other models this effect is small.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top and bottom of the ranking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 and bottom of the ranking swap.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the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the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Outside geography</a:t>
            </a:r>
          </a:p>
          <a:p/>
          <a:p>
            <a:r>
              <a:t>NEXT: the flags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 went from fifty-seven to zero across four models.</a:t>
            </a:r>
          </a:p>
          <a:p/>
          <a:p>
            <a:r>
              <a:t>NEXT: Asked for each value on its own, Llama ordered about seven in ten of its flagged pairs outside geography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outside geography correctly,</a:t>
            </a:r>
          </a:p>
          <a:p/>
          <a:p>
            <a:r>
              <a:t>NEXT: where guessing gives five in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guessing gives five in ten.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A paraphrase with the same vague direction left the flags at about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left the flags at about 140.</a:t>
            </a:r>
          </a:p>
          <a:p/>
          <a:p>
            <a:r>
              <a:t>NEXT: One sentence saying that anywhere further west counts cut them to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saying that anywhere further west counts cut them to 31.</a:t>
            </a:r>
          </a:p>
          <a:p/>
          <a:p>
            <a:r>
              <a:t>NEXT: The opposite sentence, that only directly west counts, raised them to 667 of 684.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opposite sentence, that only directly west counts, raised them to 667 of 684.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None of the answers we read says that the question can be read two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 answers we read says that the question can be read two ways.</a:t>
            </a:r>
          </a:p>
          <a:p/>
          <a:p>
            <a:r>
              <a:t>NEXT: So Figure 2's numbers hold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Figure 2's numbers hold up.</a:t>
            </a:r>
          </a:p>
          <a:p/>
          <a:p>
            <a:r>
              <a:t>NEXT: For GPT-4o mini the pair-level effect repeats a year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GPT-4o mini the pair-level effect repeats a year later.</a:t>
            </a:r>
          </a:p>
          <a:p/>
          <a:p>
            <a:r>
              <a:t>NEXT: On geography much of it depends on how the model reads the direction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much of it depends on how the model reads the direction word.</a:t>
            </a:r>
          </a:p>
          <a:p/>
          <a:p>
            <a:r>
              <a:t>NEXT: On the other questions the wrong answers write numbers that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other questions the wrong answers write numbers that support the wrong answer.</a:t>
            </a:r>
          </a:p>
          <a:p/>
          <a:p>
            <a:r>
              <a:t>NEXT: Llama often says it is unsure and answers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Llama often says it is unsure and answers anyway.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9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22.png"/><Relationship Id="rId1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26.png"/><Relationship Id="rId1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29.png"/><Relationship Id="rId1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14.png"/><Relationship Id="rId19" Type="http://schemas.openxmlformats.org/officeDocument/2006/relationships/image" Target="../media/image15.png"/><Relationship Id="rId20" Type="http://schemas.openxmlformats.org/officeDocument/2006/relationships/image" Target="../media/image32.png"/><Relationship Id="rId2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15.png"/><Relationship Id="rId2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5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30.png"/><Relationship Id="rId14" Type="http://schemas.openxmlformats.org/officeDocument/2006/relationships/image" Target="../media/image31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3.png"/><Relationship Id="rId19" Type="http://schemas.openxmlformats.org/officeDocument/2006/relationships/image" Target="../media/image36.png"/><Relationship Id="rId20" Type="http://schemas.openxmlformats.org/officeDocument/2006/relationships/image" Target="../media/image15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0.png"/><Relationship Id="rId10" Type="http://schemas.openxmlformats.org/officeDocument/2006/relationships/image" Target="../media/image44.png"/><Relationship Id="rId11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34.png"/><Relationship Id="rId10" Type="http://schemas.openxmlformats.org/officeDocument/2006/relationships/image" Target="../media/image44.png"/><Relationship Id="rId11" Type="http://schemas.openxmlformats.org/officeDocument/2006/relationships/image" Target="../media/image45.png"/><Relationship Id="rId12" Type="http://schemas.openxmlformats.org/officeDocument/2006/relationships/image" Target="../media/image46.png"/><Relationship Id="rId13" Type="http://schemas.openxmlformats.org/officeDocument/2006/relationships/image" Target="../media/image47.png"/><Relationship Id="rId14" Type="http://schemas.openxmlformats.org/officeDocument/2006/relationships/image" Target="../media/image48.png"/><Relationship Id="rId1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14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55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43.png"/><Relationship Id="rId8" Type="http://schemas.openxmlformats.org/officeDocument/2006/relationships/image" Target="../media/image36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60.png"/><Relationship Id="rId1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10.png"/><Relationship Id="rId1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74.png"/><Relationship Id="rId17" Type="http://schemas.openxmlformats.org/officeDocument/2006/relationships/image" Target="../media/image75.png"/><Relationship Id="rId18" Type="http://schemas.openxmlformats.org/officeDocument/2006/relationships/image" Target="../media/image76.png"/><Relationship Id="rId19" Type="http://schemas.openxmlformats.org/officeDocument/2006/relationships/image" Target="../media/image77.png"/><Relationship Id="rId20" Type="http://schemas.openxmlformats.org/officeDocument/2006/relationships/image" Target="../media/image78.png"/><Relationship Id="rId21" Type="http://schemas.openxmlformats.org/officeDocument/2006/relationships/image" Target="../media/image79.png"/><Relationship Id="rId22" Type="http://schemas.openxmlformats.org/officeDocument/2006/relationships/image" Target="../media/image80.png"/><Relationship Id="rId23" Type="http://schemas.openxmlformats.org/officeDocument/2006/relationships/image" Target="../media/image81.png"/><Relationship Id="rId24" Type="http://schemas.openxmlformats.org/officeDocument/2006/relationships/image" Target="../media/image82.png"/><Relationship Id="rId25" Type="http://schemas.openxmlformats.org/officeDocument/2006/relationships/image" Target="../media/image83.png"/><Relationship Id="rId26" Type="http://schemas.openxmlformats.org/officeDocument/2006/relationships/image" Target="../media/image84.png"/><Relationship Id="rId27" Type="http://schemas.openxmlformats.org/officeDocument/2006/relationships/image" Target="../media/image85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88.png"/><Relationship Id="rId31" Type="http://schemas.openxmlformats.org/officeDocument/2006/relationships/image" Target="../media/image89.png"/><Relationship Id="rId32" Type="http://schemas.openxmlformats.org/officeDocument/2006/relationships/image" Target="../media/image90.png"/><Relationship Id="rId33" Type="http://schemas.openxmlformats.org/officeDocument/2006/relationships/image" Target="../media/image91.png"/><Relationship Id="rId34" Type="http://schemas.openxmlformats.org/officeDocument/2006/relationships/image" Target="../media/image92.png"/><Relationship Id="rId35" Type="http://schemas.openxmlformats.org/officeDocument/2006/relationships/image" Target="../media/image93.png"/><Relationship Id="rId36" Type="http://schemas.openxmlformats.org/officeDocument/2006/relationships/image" Target="../media/image94.png"/><Relationship Id="rId37" Type="http://schemas.openxmlformats.org/officeDocument/2006/relationships/image" Target="../media/image95.png"/><Relationship Id="rId38" Type="http://schemas.openxmlformats.org/officeDocument/2006/relationships/image" Target="../media/image96.png"/><Relationship Id="rId39" Type="http://schemas.openxmlformats.org/officeDocument/2006/relationships/image" Target="../media/image97.png"/><Relationship Id="rId40" Type="http://schemas.openxmlformats.org/officeDocument/2006/relationships/image" Target="../media/image98.png"/><Relationship Id="rId41" Type="http://schemas.openxmlformats.org/officeDocument/2006/relationships/image" Target="../media/image99.png"/><Relationship Id="rId42" Type="http://schemas.openxmlformats.org/officeDocument/2006/relationships/image" Target="../media/image100.png"/><Relationship Id="rId43" Type="http://schemas.openxmlformats.org/officeDocument/2006/relationships/image" Target="../media/image101.png"/><Relationship Id="rId44" Type="http://schemas.openxmlformats.org/officeDocument/2006/relationships/image" Target="../media/image10.png"/><Relationship Id="rId4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102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1.png"/><Relationship Id="rId15" Type="http://schemas.openxmlformats.org/officeDocument/2006/relationships/image" Target="../media/image72.png"/><Relationship Id="rId16" Type="http://schemas.openxmlformats.org/officeDocument/2006/relationships/image" Target="../media/image73.png"/><Relationship Id="rId17" Type="http://schemas.openxmlformats.org/officeDocument/2006/relationships/image" Target="../media/image103.png"/><Relationship Id="rId18" Type="http://schemas.openxmlformats.org/officeDocument/2006/relationships/image" Target="../media/image74.png"/><Relationship Id="rId19" Type="http://schemas.openxmlformats.org/officeDocument/2006/relationships/image" Target="../media/image75.png"/><Relationship Id="rId20" Type="http://schemas.openxmlformats.org/officeDocument/2006/relationships/image" Target="../media/image104.png"/><Relationship Id="rId21" Type="http://schemas.openxmlformats.org/officeDocument/2006/relationships/image" Target="../media/image76.png"/><Relationship Id="rId22" Type="http://schemas.openxmlformats.org/officeDocument/2006/relationships/image" Target="../media/image77.png"/><Relationship Id="rId23" Type="http://schemas.openxmlformats.org/officeDocument/2006/relationships/image" Target="../media/image105.png"/><Relationship Id="rId24" Type="http://schemas.openxmlformats.org/officeDocument/2006/relationships/image" Target="../media/image78.png"/><Relationship Id="rId25" Type="http://schemas.openxmlformats.org/officeDocument/2006/relationships/image" Target="../media/image79.png"/><Relationship Id="rId26" Type="http://schemas.openxmlformats.org/officeDocument/2006/relationships/image" Target="../media/image80.png"/><Relationship Id="rId27" Type="http://schemas.openxmlformats.org/officeDocument/2006/relationships/image" Target="../media/image81.png"/><Relationship Id="rId28" Type="http://schemas.openxmlformats.org/officeDocument/2006/relationships/image" Target="../media/image82.png"/><Relationship Id="rId29" Type="http://schemas.openxmlformats.org/officeDocument/2006/relationships/image" Target="../media/image83.png"/><Relationship Id="rId30" Type="http://schemas.openxmlformats.org/officeDocument/2006/relationships/image" Target="../media/image84.png"/><Relationship Id="rId31" Type="http://schemas.openxmlformats.org/officeDocument/2006/relationships/image" Target="../media/image85.png"/><Relationship Id="rId32" Type="http://schemas.openxmlformats.org/officeDocument/2006/relationships/image" Target="../media/image86.png"/><Relationship Id="rId33" Type="http://schemas.openxmlformats.org/officeDocument/2006/relationships/image" Target="../media/image87.png"/><Relationship Id="rId34" Type="http://schemas.openxmlformats.org/officeDocument/2006/relationships/image" Target="../media/image88.png"/><Relationship Id="rId35" Type="http://schemas.openxmlformats.org/officeDocument/2006/relationships/image" Target="../media/image89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94.png"/><Relationship Id="rId41" Type="http://schemas.openxmlformats.org/officeDocument/2006/relationships/image" Target="../media/image95.png"/><Relationship Id="rId42" Type="http://schemas.openxmlformats.org/officeDocument/2006/relationships/image" Target="../media/image96.png"/><Relationship Id="rId43" Type="http://schemas.openxmlformats.org/officeDocument/2006/relationships/image" Target="../media/image97.png"/><Relationship Id="rId44" Type="http://schemas.openxmlformats.org/officeDocument/2006/relationships/image" Target="../media/image98.png"/><Relationship Id="rId45" Type="http://schemas.openxmlformats.org/officeDocument/2006/relationships/image" Target="../media/image99.png"/><Relationship Id="rId46" Type="http://schemas.openxmlformats.org/officeDocument/2006/relationships/image" Target="../media/image100.png"/><Relationship Id="rId47" Type="http://schemas.openxmlformats.org/officeDocument/2006/relationships/image" Target="../media/image101.png"/><Relationship Id="rId48" Type="http://schemas.openxmlformats.org/officeDocument/2006/relationships/image" Target="../media/image106.png"/><Relationship Id="rId4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107.png"/><Relationship Id="rId9" Type="http://schemas.openxmlformats.org/officeDocument/2006/relationships/image" Target="../media/image70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1.png"/><Relationship Id="rId15" Type="http://schemas.openxmlformats.org/officeDocument/2006/relationships/image" Target="../media/image72.png"/><Relationship Id="rId16" Type="http://schemas.openxmlformats.org/officeDocument/2006/relationships/image" Target="../media/image73.png"/><Relationship Id="rId17" Type="http://schemas.openxmlformats.org/officeDocument/2006/relationships/image" Target="../media/image103.png"/><Relationship Id="rId18" Type="http://schemas.openxmlformats.org/officeDocument/2006/relationships/image" Target="../media/image74.png"/><Relationship Id="rId19" Type="http://schemas.openxmlformats.org/officeDocument/2006/relationships/image" Target="../media/image75.png"/><Relationship Id="rId20" Type="http://schemas.openxmlformats.org/officeDocument/2006/relationships/image" Target="../media/image104.png"/><Relationship Id="rId21" Type="http://schemas.openxmlformats.org/officeDocument/2006/relationships/image" Target="../media/image76.png"/><Relationship Id="rId22" Type="http://schemas.openxmlformats.org/officeDocument/2006/relationships/image" Target="../media/image77.png"/><Relationship Id="rId23" Type="http://schemas.openxmlformats.org/officeDocument/2006/relationships/image" Target="../media/image105.png"/><Relationship Id="rId24" Type="http://schemas.openxmlformats.org/officeDocument/2006/relationships/image" Target="../media/image108.png"/><Relationship Id="rId25" Type="http://schemas.openxmlformats.org/officeDocument/2006/relationships/image" Target="../media/image79.png"/><Relationship Id="rId26" Type="http://schemas.openxmlformats.org/officeDocument/2006/relationships/image" Target="../media/image80.png"/><Relationship Id="rId27" Type="http://schemas.openxmlformats.org/officeDocument/2006/relationships/image" Target="../media/image81.png"/><Relationship Id="rId28" Type="http://schemas.openxmlformats.org/officeDocument/2006/relationships/image" Target="../media/image109.png"/><Relationship Id="rId29" Type="http://schemas.openxmlformats.org/officeDocument/2006/relationships/image" Target="../media/image83.png"/><Relationship Id="rId30" Type="http://schemas.openxmlformats.org/officeDocument/2006/relationships/image" Target="../media/image84.png"/><Relationship Id="rId31" Type="http://schemas.openxmlformats.org/officeDocument/2006/relationships/image" Target="../media/image85.png"/><Relationship Id="rId32" Type="http://schemas.openxmlformats.org/officeDocument/2006/relationships/image" Target="../media/image86.png"/><Relationship Id="rId33" Type="http://schemas.openxmlformats.org/officeDocument/2006/relationships/image" Target="../media/image87.png"/><Relationship Id="rId34" Type="http://schemas.openxmlformats.org/officeDocument/2006/relationships/image" Target="../media/image88.png"/><Relationship Id="rId35" Type="http://schemas.openxmlformats.org/officeDocument/2006/relationships/image" Target="../media/image89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92.png"/><Relationship Id="rId39" Type="http://schemas.openxmlformats.org/officeDocument/2006/relationships/image" Target="../media/image110.png"/><Relationship Id="rId40" Type="http://schemas.openxmlformats.org/officeDocument/2006/relationships/image" Target="../media/image94.png"/><Relationship Id="rId41" Type="http://schemas.openxmlformats.org/officeDocument/2006/relationships/image" Target="../media/image95.png"/><Relationship Id="rId42" Type="http://schemas.openxmlformats.org/officeDocument/2006/relationships/image" Target="../media/image111.png"/><Relationship Id="rId43" Type="http://schemas.openxmlformats.org/officeDocument/2006/relationships/image" Target="../media/image97.png"/><Relationship Id="rId44" Type="http://schemas.openxmlformats.org/officeDocument/2006/relationships/image" Target="../media/image112.png"/><Relationship Id="rId45" Type="http://schemas.openxmlformats.org/officeDocument/2006/relationships/image" Target="../media/image99.png"/><Relationship Id="rId46" Type="http://schemas.openxmlformats.org/officeDocument/2006/relationships/image" Target="../media/image113.png"/><Relationship Id="rId47" Type="http://schemas.openxmlformats.org/officeDocument/2006/relationships/image" Target="../media/image101.png"/><Relationship Id="rId48" Type="http://schemas.openxmlformats.org/officeDocument/2006/relationships/image" Target="../media/image114.png"/><Relationship Id="rId49" Type="http://schemas.openxmlformats.org/officeDocument/2006/relationships/image" Target="../media/image115.png"/><Relationship Id="rId50" Type="http://schemas.openxmlformats.org/officeDocument/2006/relationships/image" Target="../media/image116.png"/><Relationship Id="rId5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2.png"/><Relationship Id="rId7" Type="http://schemas.openxmlformats.org/officeDocument/2006/relationships/image" Target="../media/image121.png"/><Relationship Id="rId8" Type="http://schemas.openxmlformats.org/officeDocument/2006/relationships/image" Target="../media/image123.png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120.png"/><Relationship Id="rId6" Type="http://schemas.openxmlformats.org/officeDocument/2006/relationships/image" Target="../media/image122.png"/><Relationship Id="rId7" Type="http://schemas.openxmlformats.org/officeDocument/2006/relationships/image" Target="../media/image124.png"/><Relationship Id="rId8" Type="http://schemas.openxmlformats.org/officeDocument/2006/relationships/image" Target="../media/image121.png"/><Relationship Id="rId9" Type="http://schemas.openxmlformats.org/officeDocument/2006/relationships/image" Target="../media/image123.png"/><Relationship Id="rId10" Type="http://schemas.openxmlformats.org/officeDocument/2006/relationships/image" Target="../media/image125.png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2.png"/><Relationship Id="rId6" Type="http://schemas.openxmlformats.org/officeDocument/2006/relationships/image" Target="../media/image124.png"/><Relationship Id="rId7" Type="http://schemas.openxmlformats.org/officeDocument/2006/relationships/image" Target="../media/image126.png"/><Relationship Id="rId8" Type="http://schemas.openxmlformats.org/officeDocument/2006/relationships/image" Target="../media/image121.png"/><Relationship Id="rId9" Type="http://schemas.openxmlformats.org/officeDocument/2006/relationships/image" Target="../media/image123.png"/><Relationship Id="rId10" Type="http://schemas.openxmlformats.org/officeDocument/2006/relationships/image" Target="../media/image125.png"/><Relationship Id="rId11" Type="http://schemas.openxmlformats.org/officeDocument/2006/relationships/image" Target="../media/image127.png"/><Relationship Id="rId1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132.png"/><Relationship Id="rId8" Type="http://schemas.openxmlformats.org/officeDocument/2006/relationships/image" Target="../media/image133.png"/><Relationship Id="rId9" Type="http://schemas.openxmlformats.org/officeDocument/2006/relationships/image" Target="../media/image134.png"/><Relationship Id="rId10" Type="http://schemas.openxmlformats.org/officeDocument/2006/relationships/image" Target="../media/image135.png"/><Relationship Id="rId11" Type="http://schemas.openxmlformats.org/officeDocument/2006/relationships/image" Target="../media/image136.png"/><Relationship Id="rId1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140.png"/><Relationship Id="rId8" Type="http://schemas.openxmlformats.org/officeDocument/2006/relationships/image" Target="../media/image141.png"/><Relationship Id="rId9" Type="http://schemas.openxmlformats.org/officeDocument/2006/relationships/image" Target="../media/image142.png"/><Relationship Id="rId10" Type="http://schemas.openxmlformats.org/officeDocument/2006/relationships/image" Target="../media/image143.png"/><Relationship Id="rId11" Type="http://schemas.openxmlformats.org/officeDocument/2006/relationships/image" Target="../media/image144.png"/><Relationship Id="rId12" Type="http://schemas.openxmlformats.org/officeDocument/2006/relationships/image" Target="../media/image145.png"/><Relationship Id="rId13" Type="http://schemas.openxmlformats.org/officeDocument/2006/relationships/image" Target="../media/image146.png"/><Relationship Id="rId14" Type="http://schemas.openxmlformats.org/officeDocument/2006/relationships/image" Target="../media/image147.png"/><Relationship Id="rId15" Type="http://schemas.openxmlformats.org/officeDocument/2006/relationships/image" Target="../media/image148.png"/><Relationship Id="rId16" Type="http://schemas.openxmlformats.org/officeDocument/2006/relationships/image" Target="../media/image149.png"/><Relationship Id="rId17" Type="http://schemas.openxmlformats.org/officeDocument/2006/relationships/image" Target="../media/image150.png"/><Relationship Id="rId18" Type="http://schemas.openxmlformats.org/officeDocument/2006/relationships/image" Target="../media/image151.png"/><Relationship Id="rId19" Type="http://schemas.openxmlformats.org/officeDocument/2006/relationships/image" Target="../media/image152.png"/><Relationship Id="rId20" Type="http://schemas.openxmlformats.org/officeDocument/2006/relationships/image" Target="../media/image153.png"/><Relationship Id="rId21" Type="http://schemas.openxmlformats.org/officeDocument/2006/relationships/image" Target="../media/image154.png"/><Relationship Id="rId22" Type="http://schemas.openxmlformats.org/officeDocument/2006/relationships/image" Target="../media/image155.png"/><Relationship Id="rId23" Type="http://schemas.openxmlformats.org/officeDocument/2006/relationships/image" Target="../media/image156.png"/><Relationship Id="rId24" Type="http://schemas.openxmlformats.org/officeDocument/2006/relationships/image" Target="../media/image157.png"/><Relationship Id="rId25" Type="http://schemas.openxmlformats.org/officeDocument/2006/relationships/image" Target="../media/image158.png"/><Relationship Id="rId26" Type="http://schemas.openxmlformats.org/officeDocument/2006/relationships/image" Target="../media/image159.png"/><Relationship Id="rId27" Type="http://schemas.openxmlformats.org/officeDocument/2006/relationships/image" Target="../media/image160.png"/><Relationship Id="rId28" Type="http://schemas.openxmlformats.org/officeDocument/2006/relationships/image" Target="../media/image161.png"/><Relationship Id="rId29" Type="http://schemas.openxmlformats.org/officeDocument/2006/relationships/image" Target="../media/image162.png"/><Relationship Id="rId30" Type="http://schemas.openxmlformats.org/officeDocument/2006/relationships/image" Target="../media/image163.png"/><Relationship Id="rId31" Type="http://schemas.openxmlformats.org/officeDocument/2006/relationships/image" Target="../media/image164.png"/><Relationship Id="rId32" Type="http://schemas.openxmlformats.org/officeDocument/2006/relationships/image" Target="../media/image165.png"/><Relationship Id="rId33" Type="http://schemas.openxmlformats.org/officeDocument/2006/relationships/image" Target="../media/image166.png"/><Relationship Id="rId34" Type="http://schemas.openxmlformats.org/officeDocument/2006/relationships/image" Target="../media/image34.png"/><Relationship Id="rId35" Type="http://schemas.openxmlformats.org/officeDocument/2006/relationships/image" Target="../media/image167.png"/><Relationship Id="rId3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168.png"/><Relationship Id="rId8" Type="http://schemas.openxmlformats.org/officeDocument/2006/relationships/image" Target="../media/image169.png"/><Relationship Id="rId9" Type="http://schemas.openxmlformats.org/officeDocument/2006/relationships/image" Target="../media/image170.png"/><Relationship Id="rId10" Type="http://schemas.openxmlformats.org/officeDocument/2006/relationships/image" Target="../media/image171.png"/><Relationship Id="rId11" Type="http://schemas.openxmlformats.org/officeDocument/2006/relationships/image" Target="../media/image172.png"/><Relationship Id="rId12" Type="http://schemas.openxmlformats.org/officeDocument/2006/relationships/image" Target="../media/image173.png"/><Relationship Id="rId13" Type="http://schemas.openxmlformats.org/officeDocument/2006/relationships/image" Target="../media/image174.png"/><Relationship Id="rId14" Type="http://schemas.openxmlformats.org/officeDocument/2006/relationships/image" Target="../media/image175.png"/><Relationship Id="rId15" Type="http://schemas.openxmlformats.org/officeDocument/2006/relationships/image" Target="../media/image176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Relationship Id="rId18" Type="http://schemas.openxmlformats.org/officeDocument/2006/relationships/image" Target="../media/image179.png"/><Relationship Id="rId19" Type="http://schemas.openxmlformats.org/officeDocument/2006/relationships/image" Target="../media/image180.png"/><Relationship Id="rId20" Type="http://schemas.openxmlformats.org/officeDocument/2006/relationships/image" Target="../media/image36.png"/><Relationship Id="rId2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Relationship Id="rId10" Type="http://schemas.openxmlformats.org/officeDocument/2006/relationships/image" Target="../media/image185.png"/><Relationship Id="rId11" Type="http://schemas.openxmlformats.org/officeDocument/2006/relationships/image" Target="../media/image116.png"/><Relationship Id="rId1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Relationship Id="rId9" Type="http://schemas.openxmlformats.org/officeDocument/2006/relationships/image" Target="../media/image189.png"/><Relationship Id="rId10" Type="http://schemas.openxmlformats.org/officeDocument/2006/relationships/image" Target="../media/image190.png"/><Relationship Id="rId11" Type="http://schemas.openxmlformats.org/officeDocument/2006/relationships/image" Target="../media/image191.png"/><Relationship Id="rId12" Type="http://schemas.openxmlformats.org/officeDocument/2006/relationships/image" Target="../media/image192.png"/><Relationship Id="rId13" Type="http://schemas.openxmlformats.org/officeDocument/2006/relationships/image" Target="../media/image193.png"/><Relationship Id="rId14" Type="http://schemas.openxmlformats.org/officeDocument/2006/relationships/image" Target="../media/image194.png"/><Relationship Id="rId15" Type="http://schemas.openxmlformats.org/officeDocument/2006/relationships/image" Target="../media/image195.png"/><Relationship Id="rId16" Type="http://schemas.openxmlformats.org/officeDocument/2006/relationships/image" Target="../media/image196.png"/><Relationship Id="rId17" Type="http://schemas.openxmlformats.org/officeDocument/2006/relationships/image" Target="../media/image197.png"/><Relationship Id="rId18" Type="http://schemas.openxmlformats.org/officeDocument/2006/relationships/image" Target="../media/image55.png"/><Relationship Id="rId19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0.png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2.png"/><Relationship Id="rId10" Type="http://schemas.openxmlformats.org/officeDocument/2006/relationships/image" Target="../media/image201.png"/><Relationship Id="rId11" Type="http://schemas.openxmlformats.org/officeDocument/2006/relationships/image" Target="../media/image203.png"/><Relationship Id="rId12" Type="http://schemas.openxmlformats.org/officeDocument/2006/relationships/image" Target="../media/image106.png"/><Relationship Id="rId1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04.png"/><Relationship Id="rId5" Type="http://schemas.openxmlformats.org/officeDocument/2006/relationships/image" Target="../media/image205.png"/><Relationship Id="rId6" Type="http://schemas.openxmlformats.org/officeDocument/2006/relationships/image" Target="../media/image206.png"/><Relationship Id="rId7" Type="http://schemas.openxmlformats.org/officeDocument/2006/relationships/image" Target="../media/image207.png"/><Relationship Id="rId8" Type="http://schemas.openxmlformats.org/officeDocument/2006/relationships/image" Target="../media/image208.png"/><Relationship Id="rId9" Type="http://schemas.openxmlformats.org/officeDocument/2006/relationships/image" Target="../media/image34.png"/><Relationship Id="rId10" Type="http://schemas.openxmlformats.org/officeDocument/2006/relationships/image" Target="../media/image209.png"/><Relationship Id="rId11" Type="http://schemas.openxmlformats.org/officeDocument/2006/relationships/image" Target="../media/image210.png"/><Relationship Id="rId12" Type="http://schemas.openxmlformats.org/officeDocument/2006/relationships/image" Target="../media/image211.png"/><Relationship Id="rId13" Type="http://schemas.openxmlformats.org/officeDocument/2006/relationships/image" Target="../media/image2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14.png"/><Relationship Id="rId5" Type="http://schemas.openxmlformats.org/officeDocument/2006/relationships/image" Target="../media/image215.png"/><Relationship Id="rId6" Type="http://schemas.openxmlformats.org/officeDocument/2006/relationships/image" Target="../media/image216.png"/><Relationship Id="rId7" Type="http://schemas.openxmlformats.org/officeDocument/2006/relationships/image" Target="../media/image217.png"/><Relationship Id="rId8" Type="http://schemas.openxmlformats.org/officeDocument/2006/relationships/image" Target="../media/image218.png"/><Relationship Id="rId9" Type="http://schemas.openxmlformats.org/officeDocument/2006/relationships/image" Target="../media/image219.png"/><Relationship Id="rId10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14.png"/><Relationship Id="rId5" Type="http://schemas.openxmlformats.org/officeDocument/2006/relationships/image" Target="../media/image220.png"/><Relationship Id="rId6" Type="http://schemas.openxmlformats.org/officeDocument/2006/relationships/image" Target="../media/image216.png"/><Relationship Id="rId7" Type="http://schemas.openxmlformats.org/officeDocument/2006/relationships/image" Target="../media/image221.png"/><Relationship Id="rId8" Type="http://schemas.openxmlformats.org/officeDocument/2006/relationships/image" Target="../media/image217.png"/><Relationship Id="rId9" Type="http://schemas.openxmlformats.org/officeDocument/2006/relationships/image" Target="../media/image218.png"/><Relationship Id="rId10" Type="http://schemas.openxmlformats.org/officeDocument/2006/relationships/image" Target="../media/image222.png"/><Relationship Id="rId11" Type="http://schemas.openxmlformats.org/officeDocument/2006/relationships/image" Target="../media/image223.png"/><Relationship Id="rId12" Type="http://schemas.openxmlformats.org/officeDocument/2006/relationships/image" Target="../media/image224.png"/><Relationship Id="rId1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Relationship Id="rId7" Type="http://schemas.openxmlformats.org/officeDocument/2006/relationships/image" Target="../media/image229.png"/><Relationship Id="rId8" Type="http://schemas.openxmlformats.org/officeDocument/2006/relationships/image" Target="../media/image230.png"/><Relationship Id="rId9" Type="http://schemas.openxmlformats.org/officeDocument/2006/relationships/image" Target="../media/image231.png"/><Relationship Id="rId10" Type="http://schemas.openxmlformats.org/officeDocument/2006/relationships/image" Target="../media/image232.png"/><Relationship Id="rId11" Type="http://schemas.openxmlformats.org/officeDocument/2006/relationships/image" Target="../media/image233.png"/><Relationship Id="rId12" Type="http://schemas.openxmlformats.org/officeDocument/2006/relationships/image" Target="../media/image234.png"/><Relationship Id="rId13" Type="http://schemas.openxmlformats.org/officeDocument/2006/relationships/image" Target="../media/image235.png"/><Relationship Id="rId1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39.png"/><Relationship Id="rId8" Type="http://schemas.openxmlformats.org/officeDocument/2006/relationships/image" Target="../media/image240.png"/><Relationship Id="rId9" Type="http://schemas.openxmlformats.org/officeDocument/2006/relationships/image" Target="../media/image241.png"/><Relationship Id="rId10" Type="http://schemas.openxmlformats.org/officeDocument/2006/relationships/image" Target="../media/image242.png"/><Relationship Id="rId11" Type="http://schemas.openxmlformats.org/officeDocument/2006/relationships/image" Target="../media/image149.png"/><Relationship Id="rId12" Type="http://schemas.openxmlformats.org/officeDocument/2006/relationships/image" Target="../media/image243.png"/><Relationship Id="rId13" Type="http://schemas.openxmlformats.org/officeDocument/2006/relationships/image" Target="../media/image244.png"/><Relationship Id="rId14" Type="http://schemas.openxmlformats.org/officeDocument/2006/relationships/image" Target="../media/image161.png"/><Relationship Id="rId15" Type="http://schemas.openxmlformats.org/officeDocument/2006/relationships/image" Target="../media/image245.png"/><Relationship Id="rId16" Type="http://schemas.openxmlformats.org/officeDocument/2006/relationships/image" Target="../media/image246.png"/><Relationship Id="rId17" Type="http://schemas.openxmlformats.org/officeDocument/2006/relationships/image" Target="../media/image146.png"/><Relationship Id="rId18" Type="http://schemas.openxmlformats.org/officeDocument/2006/relationships/image" Target="../media/image247.png"/><Relationship Id="rId19" Type="http://schemas.openxmlformats.org/officeDocument/2006/relationships/image" Target="../media/image248.png"/><Relationship Id="rId20" Type="http://schemas.openxmlformats.org/officeDocument/2006/relationships/image" Target="../media/image155.png"/><Relationship Id="rId21" Type="http://schemas.openxmlformats.org/officeDocument/2006/relationships/image" Target="../media/image249.png"/><Relationship Id="rId22" Type="http://schemas.openxmlformats.org/officeDocument/2006/relationships/image" Target="../media/image250.png"/><Relationship Id="rId23" Type="http://schemas.openxmlformats.org/officeDocument/2006/relationships/image" Target="../media/image251.png"/><Relationship Id="rId24" Type="http://schemas.openxmlformats.org/officeDocument/2006/relationships/image" Target="../media/image252.png"/><Relationship Id="rId25" Type="http://schemas.openxmlformats.org/officeDocument/2006/relationships/image" Target="../media/image55.png"/><Relationship Id="rId2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53.png"/><Relationship Id="rId7" Type="http://schemas.openxmlformats.org/officeDocument/2006/relationships/image" Target="../media/image254.png"/><Relationship Id="rId8" Type="http://schemas.openxmlformats.org/officeDocument/2006/relationships/image" Target="../media/image242.png"/><Relationship Id="rId9" Type="http://schemas.openxmlformats.org/officeDocument/2006/relationships/image" Target="../media/image149.png"/><Relationship Id="rId10" Type="http://schemas.openxmlformats.org/officeDocument/2006/relationships/image" Target="../media/image255.png"/><Relationship Id="rId11" Type="http://schemas.openxmlformats.org/officeDocument/2006/relationships/image" Target="../media/image256.png"/><Relationship Id="rId12" Type="http://schemas.openxmlformats.org/officeDocument/2006/relationships/image" Target="../media/image257.png"/><Relationship Id="rId13" Type="http://schemas.openxmlformats.org/officeDocument/2006/relationships/image" Target="../media/image258.png"/><Relationship Id="rId14" Type="http://schemas.openxmlformats.org/officeDocument/2006/relationships/image" Target="../media/image161.png"/><Relationship Id="rId15" Type="http://schemas.openxmlformats.org/officeDocument/2006/relationships/image" Target="../media/image259.png"/><Relationship Id="rId16" Type="http://schemas.openxmlformats.org/officeDocument/2006/relationships/image" Target="../media/image260.png"/><Relationship Id="rId17" Type="http://schemas.openxmlformats.org/officeDocument/2006/relationships/image" Target="../media/image261.png"/><Relationship Id="rId18" Type="http://schemas.openxmlformats.org/officeDocument/2006/relationships/image" Target="../media/image262.png"/><Relationship Id="rId19" Type="http://schemas.openxmlformats.org/officeDocument/2006/relationships/image" Target="../media/image34.png"/><Relationship Id="rId20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Relationship Id="rId9" Type="http://schemas.openxmlformats.org/officeDocument/2006/relationships/image" Target="../media/image266.png"/><Relationship Id="rId10" Type="http://schemas.openxmlformats.org/officeDocument/2006/relationships/image" Target="../media/image267.png"/><Relationship Id="rId11" Type="http://schemas.openxmlformats.org/officeDocument/2006/relationships/image" Target="../media/image268.png"/><Relationship Id="rId12" Type="http://schemas.openxmlformats.org/officeDocument/2006/relationships/image" Target="../media/image269.png"/><Relationship Id="rId13" Type="http://schemas.openxmlformats.org/officeDocument/2006/relationships/image" Target="../media/image36.png"/><Relationship Id="rId1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Relationship Id="rId9" Type="http://schemas.openxmlformats.org/officeDocument/2006/relationships/image" Target="../media/image266.png"/><Relationship Id="rId10" Type="http://schemas.openxmlformats.org/officeDocument/2006/relationships/image" Target="../media/image270.png"/><Relationship Id="rId11" Type="http://schemas.openxmlformats.org/officeDocument/2006/relationships/image" Target="../media/image271.png"/><Relationship Id="rId12" Type="http://schemas.openxmlformats.org/officeDocument/2006/relationships/image" Target="../media/image272.png"/><Relationship Id="rId13" Type="http://schemas.openxmlformats.org/officeDocument/2006/relationships/image" Target="../media/image267.png"/><Relationship Id="rId14" Type="http://schemas.openxmlformats.org/officeDocument/2006/relationships/image" Target="../media/image268.png"/><Relationship Id="rId15" Type="http://schemas.openxmlformats.org/officeDocument/2006/relationships/image" Target="../media/image269.png"/><Relationship Id="rId16" Type="http://schemas.openxmlformats.org/officeDocument/2006/relationships/image" Target="../media/image273.png"/><Relationship Id="rId1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Relationship Id="rId4" Type="http://schemas.openxmlformats.org/officeDocument/2006/relationships/image" Target="../media/image274.png"/><Relationship Id="rId5" Type="http://schemas.openxmlformats.org/officeDocument/2006/relationships/image" Target="../media/image275.png"/><Relationship Id="rId6" Type="http://schemas.openxmlformats.org/officeDocument/2006/relationships/image" Target="../media/image276.png"/><Relationship Id="rId7" Type="http://schemas.openxmlformats.org/officeDocument/2006/relationships/image" Target="../media/image277.png"/><Relationship Id="rId8" Type="http://schemas.openxmlformats.org/officeDocument/2006/relationships/image" Target="../media/image278.png"/><Relationship Id="rId9" Type="http://schemas.openxmlformats.org/officeDocument/2006/relationships/image" Target="../media/image279.png"/><Relationship Id="rId10" Type="http://schemas.openxmlformats.org/officeDocument/2006/relationships/image" Target="../media/image280.png"/><Relationship Id="rId11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81.png"/><Relationship Id="rId8" Type="http://schemas.openxmlformats.org/officeDocument/2006/relationships/image" Target="../media/image282.png"/><Relationship Id="rId9" Type="http://schemas.openxmlformats.org/officeDocument/2006/relationships/image" Target="../media/image283.png"/><Relationship Id="rId10" Type="http://schemas.openxmlformats.org/officeDocument/2006/relationships/image" Target="../media/image149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image" Target="../media/image175.png"/><Relationship Id="rId15" Type="http://schemas.openxmlformats.org/officeDocument/2006/relationships/image" Target="../media/image287.png"/><Relationship Id="rId16" Type="http://schemas.openxmlformats.org/officeDocument/2006/relationships/image" Target="../media/image170.png"/><Relationship Id="rId17" Type="http://schemas.openxmlformats.org/officeDocument/2006/relationships/image" Target="../media/image288.png"/><Relationship Id="rId18" Type="http://schemas.openxmlformats.org/officeDocument/2006/relationships/image" Target="../media/image173.png"/><Relationship Id="rId19" Type="http://schemas.openxmlformats.org/officeDocument/2006/relationships/image" Target="../media/image250.png"/><Relationship Id="rId20" Type="http://schemas.openxmlformats.org/officeDocument/2006/relationships/image" Target="../media/image251.png"/><Relationship Id="rId21" Type="http://schemas.openxmlformats.org/officeDocument/2006/relationships/image" Target="../media/image252.png"/><Relationship Id="rId22" Type="http://schemas.openxmlformats.org/officeDocument/2006/relationships/image" Target="../media/image289.png"/><Relationship Id="rId2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81.png"/><Relationship Id="rId8" Type="http://schemas.openxmlformats.org/officeDocument/2006/relationships/image" Target="../media/image282.png"/><Relationship Id="rId9" Type="http://schemas.openxmlformats.org/officeDocument/2006/relationships/image" Target="../media/image283.png"/><Relationship Id="rId10" Type="http://schemas.openxmlformats.org/officeDocument/2006/relationships/image" Target="../media/image149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image" Target="../media/image161.png"/><Relationship Id="rId15" Type="http://schemas.openxmlformats.org/officeDocument/2006/relationships/image" Target="../media/image290.png"/><Relationship Id="rId16" Type="http://schemas.openxmlformats.org/officeDocument/2006/relationships/image" Target="../media/image291.png"/><Relationship Id="rId17" Type="http://schemas.openxmlformats.org/officeDocument/2006/relationships/image" Target="../media/image146.png"/><Relationship Id="rId18" Type="http://schemas.openxmlformats.org/officeDocument/2006/relationships/image" Target="../media/image292.png"/><Relationship Id="rId19" Type="http://schemas.openxmlformats.org/officeDocument/2006/relationships/image" Target="../media/image293.png"/><Relationship Id="rId20" Type="http://schemas.openxmlformats.org/officeDocument/2006/relationships/image" Target="../media/image155.png"/><Relationship Id="rId21" Type="http://schemas.openxmlformats.org/officeDocument/2006/relationships/image" Target="../media/image250.png"/><Relationship Id="rId22" Type="http://schemas.openxmlformats.org/officeDocument/2006/relationships/image" Target="../media/image251.png"/><Relationship Id="rId23" Type="http://schemas.openxmlformats.org/officeDocument/2006/relationships/image" Target="../media/image252.png"/><Relationship Id="rId24" Type="http://schemas.openxmlformats.org/officeDocument/2006/relationships/image" Target="../media/image10.png"/><Relationship Id="rId2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4.png"/><Relationship Id="rId4" Type="http://schemas.openxmlformats.org/officeDocument/2006/relationships/image" Target="../media/image38.png"/><Relationship Id="rId5" Type="http://schemas.openxmlformats.org/officeDocument/2006/relationships/image" Target="../media/image295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300.png"/><Relationship Id="rId11" Type="http://schemas.openxmlformats.org/officeDocument/2006/relationships/image" Target="../media/image14.png"/><Relationship Id="rId12" Type="http://schemas.openxmlformats.org/officeDocument/2006/relationships/image" Target="../media/image135.png"/><Relationship Id="rId13" Type="http://schemas.openxmlformats.org/officeDocument/2006/relationships/image" Target="../media/image301.png"/><Relationship Id="rId14" Type="http://schemas.openxmlformats.org/officeDocument/2006/relationships/image" Target="../media/image302.png"/><Relationship Id="rId15" Type="http://schemas.openxmlformats.org/officeDocument/2006/relationships/image" Target="../media/image303.png"/><Relationship Id="rId1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307.png"/><Relationship Id="rId8" Type="http://schemas.openxmlformats.org/officeDocument/2006/relationships/image" Target="../media/image308.png"/><Relationship Id="rId9" Type="http://schemas.openxmlformats.org/officeDocument/2006/relationships/image" Target="../media/image309.png"/><Relationship Id="rId10" Type="http://schemas.openxmlformats.org/officeDocument/2006/relationships/image" Target="../media/image72.png"/><Relationship Id="rId11" Type="http://schemas.openxmlformats.org/officeDocument/2006/relationships/image" Target="../media/image310.png"/><Relationship Id="rId12" Type="http://schemas.openxmlformats.org/officeDocument/2006/relationships/image" Target="../media/image311.png"/><Relationship Id="rId13" Type="http://schemas.openxmlformats.org/officeDocument/2006/relationships/image" Target="../media/image74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76.png"/><Relationship Id="rId17" Type="http://schemas.openxmlformats.org/officeDocument/2006/relationships/image" Target="../media/image314.png"/><Relationship Id="rId18" Type="http://schemas.openxmlformats.org/officeDocument/2006/relationships/image" Target="../media/image315.png"/><Relationship Id="rId19" Type="http://schemas.openxmlformats.org/officeDocument/2006/relationships/image" Target="../media/image82.png"/><Relationship Id="rId20" Type="http://schemas.openxmlformats.org/officeDocument/2006/relationships/image" Target="../media/image316.png"/><Relationship Id="rId21" Type="http://schemas.openxmlformats.org/officeDocument/2006/relationships/image" Target="../media/image317.png"/><Relationship Id="rId22" Type="http://schemas.openxmlformats.org/officeDocument/2006/relationships/image" Target="../media/image80.png"/><Relationship Id="rId23" Type="http://schemas.openxmlformats.org/officeDocument/2006/relationships/image" Target="../media/image318.png"/><Relationship Id="rId24" Type="http://schemas.openxmlformats.org/officeDocument/2006/relationships/image" Target="../media/image319.png"/><Relationship Id="rId25" Type="http://schemas.openxmlformats.org/officeDocument/2006/relationships/image" Target="../media/image87.png"/><Relationship Id="rId26" Type="http://schemas.openxmlformats.org/officeDocument/2006/relationships/image" Target="../media/image320.png"/><Relationship Id="rId27" Type="http://schemas.openxmlformats.org/officeDocument/2006/relationships/image" Target="../media/image321.png"/><Relationship Id="rId28" Type="http://schemas.openxmlformats.org/officeDocument/2006/relationships/image" Target="../media/image84.png"/><Relationship Id="rId29" Type="http://schemas.openxmlformats.org/officeDocument/2006/relationships/image" Target="../media/image78.png"/><Relationship Id="rId30" Type="http://schemas.openxmlformats.org/officeDocument/2006/relationships/image" Target="../media/image322.png"/><Relationship Id="rId31" Type="http://schemas.openxmlformats.org/officeDocument/2006/relationships/image" Target="../media/image323.png"/><Relationship Id="rId32" Type="http://schemas.openxmlformats.org/officeDocument/2006/relationships/image" Target="../media/image324.png"/><Relationship Id="rId3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102.png"/><Relationship Id="rId8" Type="http://schemas.openxmlformats.org/officeDocument/2006/relationships/image" Target="../media/image307.png"/><Relationship Id="rId9" Type="http://schemas.openxmlformats.org/officeDocument/2006/relationships/image" Target="../media/image308.png"/><Relationship Id="rId10" Type="http://schemas.openxmlformats.org/officeDocument/2006/relationships/image" Target="../media/image309.png"/><Relationship Id="rId11" Type="http://schemas.openxmlformats.org/officeDocument/2006/relationships/image" Target="../media/image72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25.png"/><Relationship Id="rId15" Type="http://schemas.openxmlformats.org/officeDocument/2006/relationships/image" Target="../media/image326.png"/><Relationship Id="rId16" Type="http://schemas.openxmlformats.org/officeDocument/2006/relationships/image" Target="../media/image74.png"/><Relationship Id="rId17" Type="http://schemas.openxmlformats.org/officeDocument/2006/relationships/image" Target="../media/image327.png"/><Relationship Id="rId18" Type="http://schemas.openxmlformats.org/officeDocument/2006/relationships/image" Target="../media/image328.png"/><Relationship Id="rId19" Type="http://schemas.openxmlformats.org/officeDocument/2006/relationships/image" Target="../media/image76.png"/><Relationship Id="rId20" Type="http://schemas.openxmlformats.org/officeDocument/2006/relationships/image" Target="../media/image329.png"/><Relationship Id="rId21" Type="http://schemas.openxmlformats.org/officeDocument/2006/relationships/image" Target="../media/image330.png"/><Relationship Id="rId22" Type="http://schemas.openxmlformats.org/officeDocument/2006/relationships/image" Target="../media/image82.png"/><Relationship Id="rId23" Type="http://schemas.openxmlformats.org/officeDocument/2006/relationships/image" Target="../media/image331.png"/><Relationship Id="rId24" Type="http://schemas.openxmlformats.org/officeDocument/2006/relationships/image" Target="../media/image332.png"/><Relationship Id="rId25" Type="http://schemas.openxmlformats.org/officeDocument/2006/relationships/image" Target="../media/image80.png"/><Relationship Id="rId26" Type="http://schemas.openxmlformats.org/officeDocument/2006/relationships/image" Target="../media/image333.png"/><Relationship Id="rId27" Type="http://schemas.openxmlformats.org/officeDocument/2006/relationships/image" Target="../media/image334.png"/><Relationship Id="rId28" Type="http://schemas.openxmlformats.org/officeDocument/2006/relationships/image" Target="../media/image87.png"/><Relationship Id="rId29" Type="http://schemas.openxmlformats.org/officeDocument/2006/relationships/image" Target="../media/image335.png"/><Relationship Id="rId30" Type="http://schemas.openxmlformats.org/officeDocument/2006/relationships/image" Target="../media/image336.png"/><Relationship Id="rId31" Type="http://schemas.openxmlformats.org/officeDocument/2006/relationships/image" Target="../media/image84.png"/><Relationship Id="rId32" Type="http://schemas.openxmlformats.org/officeDocument/2006/relationships/image" Target="../media/image78.png"/><Relationship Id="rId33" Type="http://schemas.openxmlformats.org/officeDocument/2006/relationships/image" Target="../media/image337.png"/><Relationship Id="rId34" Type="http://schemas.openxmlformats.org/officeDocument/2006/relationships/image" Target="../media/image116.png"/><Relationship Id="rId3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Relationship Id="rId7" Type="http://schemas.openxmlformats.org/officeDocument/2006/relationships/image" Target="../media/image338.png"/><Relationship Id="rId8" Type="http://schemas.openxmlformats.org/officeDocument/2006/relationships/image" Target="../media/image339.png"/><Relationship Id="rId9" Type="http://schemas.openxmlformats.org/officeDocument/2006/relationships/image" Target="../media/image340.png"/><Relationship Id="rId10" Type="http://schemas.openxmlformats.org/officeDocument/2006/relationships/image" Target="../media/image307.png"/><Relationship Id="rId11" Type="http://schemas.openxmlformats.org/officeDocument/2006/relationships/image" Target="../media/image308.png"/><Relationship Id="rId12" Type="http://schemas.openxmlformats.org/officeDocument/2006/relationships/image" Target="../media/image309.png"/><Relationship Id="rId13" Type="http://schemas.openxmlformats.org/officeDocument/2006/relationships/image" Target="../media/image72.png"/><Relationship Id="rId14" Type="http://schemas.openxmlformats.org/officeDocument/2006/relationships/image" Target="../media/image341.png"/><Relationship Id="rId15" Type="http://schemas.openxmlformats.org/officeDocument/2006/relationships/image" Target="../media/image342.png"/><Relationship Id="rId16" Type="http://schemas.openxmlformats.org/officeDocument/2006/relationships/image" Target="../media/image74.png"/><Relationship Id="rId17" Type="http://schemas.openxmlformats.org/officeDocument/2006/relationships/image" Target="../media/image327.png"/><Relationship Id="rId18" Type="http://schemas.openxmlformats.org/officeDocument/2006/relationships/image" Target="../media/image328.png"/><Relationship Id="rId19" Type="http://schemas.openxmlformats.org/officeDocument/2006/relationships/image" Target="../media/image76.png"/><Relationship Id="rId20" Type="http://schemas.openxmlformats.org/officeDocument/2006/relationships/image" Target="../media/image329.png"/><Relationship Id="rId21" Type="http://schemas.openxmlformats.org/officeDocument/2006/relationships/image" Target="../media/image330.png"/><Relationship Id="rId22" Type="http://schemas.openxmlformats.org/officeDocument/2006/relationships/image" Target="../media/image82.png"/><Relationship Id="rId23" Type="http://schemas.openxmlformats.org/officeDocument/2006/relationships/image" Target="../media/image331.png"/><Relationship Id="rId24" Type="http://schemas.openxmlformats.org/officeDocument/2006/relationships/image" Target="../media/image332.png"/><Relationship Id="rId25" Type="http://schemas.openxmlformats.org/officeDocument/2006/relationships/image" Target="../media/image80.png"/><Relationship Id="rId26" Type="http://schemas.openxmlformats.org/officeDocument/2006/relationships/image" Target="../media/image318.png"/><Relationship Id="rId27" Type="http://schemas.openxmlformats.org/officeDocument/2006/relationships/image" Target="../media/image319.png"/><Relationship Id="rId28" Type="http://schemas.openxmlformats.org/officeDocument/2006/relationships/image" Target="../media/image343.png"/><Relationship Id="rId29" Type="http://schemas.openxmlformats.org/officeDocument/2006/relationships/image" Target="../media/image344.png"/><Relationship Id="rId30" Type="http://schemas.openxmlformats.org/officeDocument/2006/relationships/image" Target="../media/image87.png"/><Relationship Id="rId31" Type="http://schemas.openxmlformats.org/officeDocument/2006/relationships/image" Target="../media/image335.png"/><Relationship Id="rId32" Type="http://schemas.openxmlformats.org/officeDocument/2006/relationships/image" Target="../media/image336.png"/><Relationship Id="rId33" Type="http://schemas.openxmlformats.org/officeDocument/2006/relationships/image" Target="../media/image84.png"/><Relationship Id="rId34" Type="http://schemas.openxmlformats.org/officeDocument/2006/relationships/image" Target="../media/image320.png"/><Relationship Id="rId35" Type="http://schemas.openxmlformats.org/officeDocument/2006/relationships/image" Target="../media/image315.png"/><Relationship Id="rId36" Type="http://schemas.openxmlformats.org/officeDocument/2006/relationships/image" Target="../media/image345.png"/><Relationship Id="rId37" Type="http://schemas.openxmlformats.org/officeDocument/2006/relationships/image" Target="../media/image346.png"/><Relationship Id="rId38" Type="http://schemas.openxmlformats.org/officeDocument/2006/relationships/image" Target="../media/image78.png"/><Relationship Id="rId39" Type="http://schemas.openxmlformats.org/officeDocument/2006/relationships/image" Target="../media/image322.png"/><Relationship Id="rId40" Type="http://schemas.openxmlformats.org/officeDocument/2006/relationships/image" Target="../media/image347.png"/><Relationship Id="rId41" Type="http://schemas.openxmlformats.org/officeDocument/2006/relationships/image" Target="../media/image348.png"/><Relationship Id="rId42" Type="http://schemas.openxmlformats.org/officeDocument/2006/relationships/image" Target="../media/image349.png"/><Relationship Id="rId4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Relationship Id="rId6" Type="http://schemas.openxmlformats.org/officeDocument/2006/relationships/image" Target="../media/image352.png"/><Relationship Id="rId7" Type="http://schemas.openxmlformats.org/officeDocument/2006/relationships/image" Target="../media/image353.png"/><Relationship Id="rId8" Type="http://schemas.openxmlformats.org/officeDocument/2006/relationships/image" Target="../media/image354.png"/><Relationship Id="rId9" Type="http://schemas.openxmlformats.org/officeDocument/2006/relationships/image" Target="../media/image355.png"/><Relationship Id="rId10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350.png"/><Relationship Id="rId5" Type="http://schemas.openxmlformats.org/officeDocument/2006/relationships/image" Target="../media/image351.png"/><Relationship Id="rId6" Type="http://schemas.openxmlformats.org/officeDocument/2006/relationships/image" Target="../media/image352.png"/><Relationship Id="rId7" Type="http://schemas.openxmlformats.org/officeDocument/2006/relationships/image" Target="../media/image356.png"/><Relationship Id="rId8" Type="http://schemas.openxmlformats.org/officeDocument/2006/relationships/image" Target="../media/image354.png"/><Relationship Id="rId9" Type="http://schemas.openxmlformats.org/officeDocument/2006/relationships/image" Target="../media/image357.png"/><Relationship Id="rId10" Type="http://schemas.openxmlformats.org/officeDocument/2006/relationships/image" Target="../media/image358.png"/><Relationship Id="rId11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4.png"/><Relationship Id="rId4" Type="http://schemas.openxmlformats.org/officeDocument/2006/relationships/image" Target="../media/image38.png"/><Relationship Id="rId5" Type="http://schemas.openxmlformats.org/officeDocument/2006/relationships/image" Target="../media/image359.png"/><Relationship Id="rId6" Type="http://schemas.openxmlformats.org/officeDocument/2006/relationships/image" Target="../media/image360.png"/><Relationship Id="rId7" Type="http://schemas.openxmlformats.org/officeDocument/2006/relationships/image" Target="../media/image14.png"/><Relationship Id="rId8" Type="http://schemas.openxmlformats.org/officeDocument/2006/relationships/image" Target="../media/image361.png"/><Relationship Id="rId9" Type="http://schemas.openxmlformats.org/officeDocument/2006/relationships/image" Target="../media/image362.png"/><Relationship Id="rId10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64.png"/><Relationship Id="rId5" Type="http://schemas.openxmlformats.org/officeDocument/2006/relationships/image" Target="../media/image365.png"/><Relationship Id="rId6" Type="http://schemas.openxmlformats.org/officeDocument/2006/relationships/image" Target="../media/image366.png"/><Relationship Id="rId7" Type="http://schemas.openxmlformats.org/officeDocument/2006/relationships/image" Target="../media/image367.png"/><Relationship Id="rId8" Type="http://schemas.openxmlformats.org/officeDocument/2006/relationships/image" Target="../media/image368.png"/><Relationship Id="rId9" Type="http://schemas.openxmlformats.org/officeDocument/2006/relationships/image" Target="../media/image369.png"/><Relationship Id="rId10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70.png"/><Relationship Id="rId7" Type="http://schemas.openxmlformats.org/officeDocument/2006/relationships/image" Target="../media/image371.png"/><Relationship Id="rId8" Type="http://schemas.openxmlformats.org/officeDocument/2006/relationships/image" Target="../media/image171.png"/><Relationship Id="rId9" Type="http://schemas.openxmlformats.org/officeDocument/2006/relationships/image" Target="../media/image372.png"/><Relationship Id="rId10" Type="http://schemas.openxmlformats.org/officeDocument/2006/relationships/image" Target="../media/image373.png"/><Relationship Id="rId11" Type="http://schemas.openxmlformats.org/officeDocument/2006/relationships/image" Target="../media/image175.png"/><Relationship Id="rId12" Type="http://schemas.openxmlformats.org/officeDocument/2006/relationships/image" Target="../media/image374.png"/><Relationship Id="rId13" Type="http://schemas.openxmlformats.org/officeDocument/2006/relationships/image" Target="../media/image375.png"/><Relationship Id="rId14" Type="http://schemas.openxmlformats.org/officeDocument/2006/relationships/image" Target="../media/image170.png"/><Relationship Id="rId15" Type="http://schemas.openxmlformats.org/officeDocument/2006/relationships/image" Target="../media/image376.png"/><Relationship Id="rId16" Type="http://schemas.openxmlformats.org/officeDocument/2006/relationships/image" Target="../media/image377.png"/><Relationship Id="rId17" Type="http://schemas.openxmlformats.org/officeDocument/2006/relationships/image" Target="../media/image378.png"/><Relationship Id="rId18" Type="http://schemas.openxmlformats.org/officeDocument/2006/relationships/image" Target="../media/image379.png"/><Relationship Id="rId19" Type="http://schemas.openxmlformats.org/officeDocument/2006/relationships/image" Target="../media/image380.png"/><Relationship Id="rId20" Type="http://schemas.openxmlformats.org/officeDocument/2006/relationships/image" Target="../media/image381.png"/><Relationship Id="rId21" Type="http://schemas.openxmlformats.org/officeDocument/2006/relationships/image" Target="../media/image382.png"/><Relationship Id="rId22" Type="http://schemas.openxmlformats.org/officeDocument/2006/relationships/image" Target="../media/image10.png"/><Relationship Id="rId2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70.png"/><Relationship Id="rId7" Type="http://schemas.openxmlformats.org/officeDocument/2006/relationships/image" Target="../media/image383.png"/><Relationship Id="rId8" Type="http://schemas.openxmlformats.org/officeDocument/2006/relationships/image" Target="../media/image171.png"/><Relationship Id="rId9" Type="http://schemas.openxmlformats.org/officeDocument/2006/relationships/image" Target="../media/image372.png"/><Relationship Id="rId10" Type="http://schemas.openxmlformats.org/officeDocument/2006/relationships/image" Target="../media/image373.png"/><Relationship Id="rId11" Type="http://schemas.openxmlformats.org/officeDocument/2006/relationships/image" Target="../media/image384.png"/><Relationship Id="rId12" Type="http://schemas.openxmlformats.org/officeDocument/2006/relationships/image" Target="../media/image175.png"/><Relationship Id="rId13" Type="http://schemas.openxmlformats.org/officeDocument/2006/relationships/image" Target="../media/image374.png"/><Relationship Id="rId14" Type="http://schemas.openxmlformats.org/officeDocument/2006/relationships/image" Target="../media/image375.png"/><Relationship Id="rId15" Type="http://schemas.openxmlformats.org/officeDocument/2006/relationships/image" Target="../media/image170.png"/><Relationship Id="rId16" Type="http://schemas.openxmlformats.org/officeDocument/2006/relationships/image" Target="../media/image376.png"/><Relationship Id="rId17" Type="http://schemas.openxmlformats.org/officeDocument/2006/relationships/image" Target="../media/image377.png"/><Relationship Id="rId18" Type="http://schemas.openxmlformats.org/officeDocument/2006/relationships/image" Target="../media/image378.png"/><Relationship Id="rId19" Type="http://schemas.openxmlformats.org/officeDocument/2006/relationships/image" Target="../media/image379.png"/><Relationship Id="rId20" Type="http://schemas.openxmlformats.org/officeDocument/2006/relationships/image" Target="../media/image380.png"/><Relationship Id="rId21" Type="http://schemas.openxmlformats.org/officeDocument/2006/relationships/image" Target="../media/image381.png"/><Relationship Id="rId22" Type="http://schemas.openxmlformats.org/officeDocument/2006/relationships/image" Target="../media/image382.png"/><Relationship Id="rId23" Type="http://schemas.openxmlformats.org/officeDocument/2006/relationships/image" Target="../media/image385.png"/><Relationship Id="rId24" Type="http://schemas.openxmlformats.org/officeDocument/2006/relationships/image" Target="../media/image386.png"/><Relationship Id="rId25" Type="http://schemas.openxmlformats.org/officeDocument/2006/relationships/image" Target="../media/image289.png"/><Relationship Id="rId26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87.png"/><Relationship Id="rId7" Type="http://schemas.openxmlformats.org/officeDocument/2006/relationships/image" Target="../media/image388.png"/><Relationship Id="rId8" Type="http://schemas.openxmlformats.org/officeDocument/2006/relationships/image" Target="../media/image389.png"/><Relationship Id="rId9" Type="http://schemas.openxmlformats.org/officeDocument/2006/relationships/image" Target="../media/image390.png"/><Relationship Id="rId10" Type="http://schemas.openxmlformats.org/officeDocument/2006/relationships/image" Target="../media/image391.png"/><Relationship Id="rId11" Type="http://schemas.openxmlformats.org/officeDocument/2006/relationships/image" Target="../media/image34.png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Relationship Id="rId6" Type="http://schemas.openxmlformats.org/officeDocument/2006/relationships/image" Target="../media/image387.png"/><Relationship Id="rId7" Type="http://schemas.openxmlformats.org/officeDocument/2006/relationships/image" Target="../media/image388.png"/><Relationship Id="rId8" Type="http://schemas.openxmlformats.org/officeDocument/2006/relationships/image" Target="../media/image389.png"/><Relationship Id="rId9" Type="http://schemas.openxmlformats.org/officeDocument/2006/relationships/image" Target="../media/image390.png"/><Relationship Id="rId10" Type="http://schemas.openxmlformats.org/officeDocument/2006/relationships/image" Target="../media/image391.png"/><Relationship Id="rId11" Type="http://schemas.openxmlformats.org/officeDocument/2006/relationships/image" Target="../media/image392.png"/><Relationship Id="rId12" Type="http://schemas.openxmlformats.org/officeDocument/2006/relationships/image" Target="../media/image393.png"/><Relationship Id="rId13" Type="http://schemas.openxmlformats.org/officeDocument/2006/relationships/image" Target="../media/image116.png"/><Relationship Id="rId1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394.png"/><Relationship Id="rId5" Type="http://schemas.openxmlformats.org/officeDocument/2006/relationships/image" Target="../media/image395.png"/><Relationship Id="rId6" Type="http://schemas.openxmlformats.org/officeDocument/2006/relationships/image" Target="../media/image366.png"/><Relationship Id="rId7" Type="http://schemas.openxmlformats.org/officeDocument/2006/relationships/image" Target="../media/image396.png"/><Relationship Id="rId8" Type="http://schemas.openxmlformats.org/officeDocument/2006/relationships/image" Target="../media/image397.png"/><Relationship Id="rId9" Type="http://schemas.openxmlformats.org/officeDocument/2006/relationships/image" Target="../media/image398.png"/><Relationship Id="rId10" Type="http://schemas.openxmlformats.org/officeDocument/2006/relationships/image" Target="../media/image399.png"/><Relationship Id="rId11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3.png"/><Relationship Id="rId4" Type="http://schemas.openxmlformats.org/officeDocument/2006/relationships/image" Target="../media/image400.png"/><Relationship Id="rId5" Type="http://schemas.openxmlformats.org/officeDocument/2006/relationships/image" Target="../media/image401.png"/><Relationship Id="rId6" Type="http://schemas.openxmlformats.org/officeDocument/2006/relationships/image" Target="../media/image402.png"/><Relationship Id="rId7" Type="http://schemas.openxmlformats.org/officeDocument/2006/relationships/image" Target="../media/image360.png"/><Relationship Id="rId8" Type="http://schemas.openxmlformats.org/officeDocument/2006/relationships/image" Target="../media/image55.png"/><Relationship Id="rId9" Type="http://schemas.openxmlformats.org/officeDocument/2006/relationships/image" Target="../media/image403.png"/><Relationship Id="rId10" Type="http://schemas.openxmlformats.org/officeDocument/2006/relationships/image" Target="../media/image404.png"/><Relationship Id="rId11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08.png"/><Relationship Id="rId8" Type="http://schemas.openxmlformats.org/officeDocument/2006/relationships/image" Target="../media/image409.png"/><Relationship Id="rId9" Type="http://schemas.openxmlformats.org/officeDocument/2006/relationships/image" Target="../media/image410.png"/><Relationship Id="rId10" Type="http://schemas.openxmlformats.org/officeDocument/2006/relationships/image" Target="../media/image411.png"/><Relationship Id="rId11" Type="http://schemas.openxmlformats.org/officeDocument/2006/relationships/image" Target="../media/image412.png"/><Relationship Id="rId12" Type="http://schemas.openxmlformats.org/officeDocument/2006/relationships/image" Target="../media/image413.png"/><Relationship Id="rId13" Type="http://schemas.openxmlformats.org/officeDocument/2006/relationships/image" Target="../media/image414.png"/><Relationship Id="rId14" Type="http://schemas.openxmlformats.org/officeDocument/2006/relationships/image" Target="../media/image415.png"/><Relationship Id="rId15" Type="http://schemas.openxmlformats.org/officeDocument/2006/relationships/image" Target="../media/image416.png"/><Relationship Id="rId16" Type="http://schemas.openxmlformats.org/officeDocument/2006/relationships/image" Target="../media/image417.png"/><Relationship Id="rId17" Type="http://schemas.openxmlformats.org/officeDocument/2006/relationships/image" Target="../media/image418.png"/><Relationship Id="rId18" Type="http://schemas.openxmlformats.org/officeDocument/2006/relationships/image" Target="../media/image116.png"/><Relationship Id="rId19" Type="http://schemas.openxmlformats.org/officeDocument/2006/relationships/image" Target="../media/image419.png"/><Relationship Id="rId20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34.png"/><Relationship Id="rId7" Type="http://schemas.openxmlformats.org/officeDocument/2006/relationships/image" Target="../media/image403.png"/><Relationship Id="rId8" Type="http://schemas.openxmlformats.org/officeDocument/2006/relationships/image" Target="../media/image422.png"/><Relationship Id="rId9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55.png"/><Relationship Id="rId7" Type="http://schemas.openxmlformats.org/officeDocument/2006/relationships/image" Target="../media/image423.png"/><Relationship Id="rId8" Type="http://schemas.openxmlformats.org/officeDocument/2006/relationships/image" Target="../media/image403.png"/><Relationship Id="rId9" Type="http://schemas.openxmlformats.org/officeDocument/2006/relationships/image" Target="../media/image424.png"/><Relationship Id="rId10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20.png"/><Relationship Id="rId5" Type="http://schemas.openxmlformats.org/officeDocument/2006/relationships/image" Target="../media/image421.png"/><Relationship Id="rId6" Type="http://schemas.openxmlformats.org/officeDocument/2006/relationships/image" Target="../media/image425.png"/><Relationship Id="rId7" Type="http://schemas.openxmlformats.org/officeDocument/2006/relationships/image" Target="../media/image423.png"/><Relationship Id="rId8" Type="http://schemas.openxmlformats.org/officeDocument/2006/relationships/image" Target="../media/image426.png"/><Relationship Id="rId9" Type="http://schemas.openxmlformats.org/officeDocument/2006/relationships/image" Target="../media/image403.png"/><Relationship Id="rId10" Type="http://schemas.openxmlformats.org/officeDocument/2006/relationships/image" Target="../media/image427.png"/><Relationship Id="rId11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28.png"/><Relationship Id="rId8" Type="http://schemas.openxmlformats.org/officeDocument/2006/relationships/image" Target="../media/image429.png"/><Relationship Id="rId9" Type="http://schemas.openxmlformats.org/officeDocument/2006/relationships/image" Target="../media/image430.png"/><Relationship Id="rId10" Type="http://schemas.openxmlformats.org/officeDocument/2006/relationships/image" Target="../media/image431.png"/><Relationship Id="rId11" Type="http://schemas.openxmlformats.org/officeDocument/2006/relationships/image" Target="../media/image432.png"/><Relationship Id="rId12" Type="http://schemas.openxmlformats.org/officeDocument/2006/relationships/image" Target="../media/image433.png"/><Relationship Id="rId13" Type="http://schemas.openxmlformats.org/officeDocument/2006/relationships/image" Target="../media/image434.png"/><Relationship Id="rId14" Type="http://schemas.openxmlformats.org/officeDocument/2006/relationships/image" Target="../media/image10.png"/><Relationship Id="rId1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35.png"/><Relationship Id="rId8" Type="http://schemas.openxmlformats.org/officeDocument/2006/relationships/image" Target="../media/image436.png"/><Relationship Id="rId9" Type="http://schemas.openxmlformats.org/officeDocument/2006/relationships/image" Target="../media/image428.png"/><Relationship Id="rId10" Type="http://schemas.openxmlformats.org/officeDocument/2006/relationships/image" Target="../media/image429.png"/><Relationship Id="rId11" Type="http://schemas.openxmlformats.org/officeDocument/2006/relationships/image" Target="../media/image430.png"/><Relationship Id="rId12" Type="http://schemas.openxmlformats.org/officeDocument/2006/relationships/image" Target="../media/image431.png"/><Relationship Id="rId13" Type="http://schemas.openxmlformats.org/officeDocument/2006/relationships/image" Target="../media/image432.png"/><Relationship Id="rId14" Type="http://schemas.openxmlformats.org/officeDocument/2006/relationships/image" Target="../media/image433.png"/><Relationship Id="rId15" Type="http://schemas.openxmlformats.org/officeDocument/2006/relationships/image" Target="../media/image434.png"/><Relationship Id="rId16" Type="http://schemas.openxmlformats.org/officeDocument/2006/relationships/image" Target="../media/image437.png"/><Relationship Id="rId17" Type="http://schemas.openxmlformats.org/officeDocument/2006/relationships/image" Target="../media/image438.png"/><Relationship Id="rId18" Type="http://schemas.openxmlformats.org/officeDocument/2006/relationships/image" Target="../media/image439.png"/><Relationship Id="rId19" Type="http://schemas.openxmlformats.org/officeDocument/2006/relationships/image" Target="../media/image34.png"/><Relationship Id="rId20" Type="http://schemas.openxmlformats.org/officeDocument/2006/relationships/image" Target="../media/image440.png"/><Relationship Id="rId21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405.png"/><Relationship Id="rId5" Type="http://schemas.openxmlformats.org/officeDocument/2006/relationships/image" Target="../media/image406.png"/><Relationship Id="rId6" Type="http://schemas.openxmlformats.org/officeDocument/2006/relationships/image" Target="../media/image407.png"/><Relationship Id="rId7" Type="http://schemas.openxmlformats.org/officeDocument/2006/relationships/image" Target="../media/image435.png"/><Relationship Id="rId8" Type="http://schemas.openxmlformats.org/officeDocument/2006/relationships/image" Target="../media/image436.png"/><Relationship Id="rId9" Type="http://schemas.openxmlformats.org/officeDocument/2006/relationships/image" Target="../media/image428.png"/><Relationship Id="rId10" Type="http://schemas.openxmlformats.org/officeDocument/2006/relationships/image" Target="../media/image429.png"/><Relationship Id="rId11" Type="http://schemas.openxmlformats.org/officeDocument/2006/relationships/image" Target="../media/image430.png"/><Relationship Id="rId12" Type="http://schemas.openxmlformats.org/officeDocument/2006/relationships/image" Target="../media/image431.png"/><Relationship Id="rId13" Type="http://schemas.openxmlformats.org/officeDocument/2006/relationships/image" Target="../media/image432.png"/><Relationship Id="rId14" Type="http://schemas.openxmlformats.org/officeDocument/2006/relationships/image" Target="../media/image433.png"/><Relationship Id="rId15" Type="http://schemas.openxmlformats.org/officeDocument/2006/relationships/image" Target="../media/image434.png"/><Relationship Id="rId16" Type="http://schemas.openxmlformats.org/officeDocument/2006/relationships/image" Target="../media/image437.png"/><Relationship Id="rId17" Type="http://schemas.openxmlformats.org/officeDocument/2006/relationships/image" Target="../media/image438.png"/><Relationship Id="rId18" Type="http://schemas.openxmlformats.org/officeDocument/2006/relationships/image" Target="../media/image439.png"/><Relationship Id="rId19" Type="http://schemas.openxmlformats.org/officeDocument/2006/relationships/image" Target="../media/image441.png"/><Relationship Id="rId20" Type="http://schemas.openxmlformats.org/officeDocument/2006/relationships/image" Target="../media/image442.png"/><Relationship Id="rId21" Type="http://schemas.openxmlformats.org/officeDocument/2006/relationships/image" Target="../media/image443.png"/><Relationship Id="rId22" Type="http://schemas.openxmlformats.org/officeDocument/2006/relationships/image" Target="../media/image106.png"/><Relationship Id="rId23" Type="http://schemas.openxmlformats.org/officeDocument/2006/relationships/image" Target="../media/image440.png"/><Relationship Id="rId24" Type="http://schemas.openxmlformats.org/officeDocument/2006/relationships/image" Target="../media/image444.png"/><Relationship Id="rId2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5.png"/><Relationship Id="rId4" Type="http://schemas.openxmlformats.org/officeDocument/2006/relationships/image" Target="../media/image446.png"/><Relationship Id="rId5" Type="http://schemas.openxmlformats.org/officeDocument/2006/relationships/image" Target="../media/image421.png"/><Relationship Id="rId6" Type="http://schemas.openxmlformats.org/officeDocument/2006/relationships/image" Target="../media/image447.png"/><Relationship Id="rId7" Type="http://schemas.openxmlformats.org/officeDocument/2006/relationships/image" Target="../media/image448.png"/><Relationship Id="rId8" Type="http://schemas.openxmlformats.org/officeDocument/2006/relationships/image" Target="../media/image449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450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453.png"/><Relationship Id="rId8" Type="http://schemas.openxmlformats.org/officeDocument/2006/relationships/image" Target="../media/image454.png"/><Relationship Id="rId9" Type="http://schemas.openxmlformats.org/officeDocument/2006/relationships/image" Target="../media/image403.png"/><Relationship Id="rId10" Type="http://schemas.openxmlformats.org/officeDocument/2006/relationships/image" Target="../media/image455.png"/><Relationship Id="rId11" Type="http://schemas.openxmlformats.org/officeDocument/2006/relationships/image" Target="../media/image456.png"/><Relationship Id="rId1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70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image" Target="../media/image457.png"/><Relationship Id="rId17" Type="http://schemas.openxmlformats.org/officeDocument/2006/relationships/image" Target="../media/image74.png"/><Relationship Id="rId18" Type="http://schemas.openxmlformats.org/officeDocument/2006/relationships/image" Target="../media/image75.png"/><Relationship Id="rId19" Type="http://schemas.openxmlformats.org/officeDocument/2006/relationships/image" Target="../media/image76.png"/><Relationship Id="rId20" Type="http://schemas.openxmlformats.org/officeDocument/2006/relationships/image" Target="../media/image77.png"/><Relationship Id="rId21" Type="http://schemas.openxmlformats.org/officeDocument/2006/relationships/image" Target="../media/image78.png"/><Relationship Id="rId22" Type="http://schemas.openxmlformats.org/officeDocument/2006/relationships/image" Target="../media/image79.png"/><Relationship Id="rId23" Type="http://schemas.openxmlformats.org/officeDocument/2006/relationships/image" Target="../media/image80.png"/><Relationship Id="rId24" Type="http://schemas.openxmlformats.org/officeDocument/2006/relationships/image" Target="../media/image81.png"/><Relationship Id="rId25" Type="http://schemas.openxmlformats.org/officeDocument/2006/relationships/image" Target="../media/image82.png"/><Relationship Id="rId26" Type="http://schemas.openxmlformats.org/officeDocument/2006/relationships/image" Target="../media/image83.png"/><Relationship Id="rId27" Type="http://schemas.openxmlformats.org/officeDocument/2006/relationships/image" Target="../media/image84.png"/><Relationship Id="rId28" Type="http://schemas.openxmlformats.org/officeDocument/2006/relationships/image" Target="../media/image85.png"/><Relationship Id="rId29" Type="http://schemas.openxmlformats.org/officeDocument/2006/relationships/image" Target="../media/image86.png"/><Relationship Id="rId30" Type="http://schemas.openxmlformats.org/officeDocument/2006/relationships/image" Target="../media/image87.png"/><Relationship Id="rId31" Type="http://schemas.openxmlformats.org/officeDocument/2006/relationships/image" Target="../media/image88.png"/><Relationship Id="rId32" Type="http://schemas.openxmlformats.org/officeDocument/2006/relationships/image" Target="../media/image89.png"/><Relationship Id="rId33" Type="http://schemas.openxmlformats.org/officeDocument/2006/relationships/image" Target="../media/image90.png"/><Relationship Id="rId34" Type="http://schemas.openxmlformats.org/officeDocument/2006/relationships/image" Target="../media/image91.png"/><Relationship Id="rId35" Type="http://schemas.openxmlformats.org/officeDocument/2006/relationships/image" Target="../media/image92.png"/><Relationship Id="rId36" Type="http://schemas.openxmlformats.org/officeDocument/2006/relationships/image" Target="../media/image93.png"/><Relationship Id="rId37" Type="http://schemas.openxmlformats.org/officeDocument/2006/relationships/image" Target="../media/image94.png"/><Relationship Id="rId38" Type="http://schemas.openxmlformats.org/officeDocument/2006/relationships/image" Target="../media/image95.png"/><Relationship Id="rId39" Type="http://schemas.openxmlformats.org/officeDocument/2006/relationships/image" Target="../media/image96.png"/><Relationship Id="rId40" Type="http://schemas.openxmlformats.org/officeDocument/2006/relationships/image" Target="../media/image97.png"/><Relationship Id="rId41" Type="http://schemas.openxmlformats.org/officeDocument/2006/relationships/image" Target="../media/image98.png"/><Relationship Id="rId42" Type="http://schemas.openxmlformats.org/officeDocument/2006/relationships/image" Target="../media/image99.png"/><Relationship Id="rId43" Type="http://schemas.openxmlformats.org/officeDocument/2006/relationships/image" Target="../media/image100.png"/><Relationship Id="rId44" Type="http://schemas.openxmlformats.org/officeDocument/2006/relationships/image" Target="../media/image101.png"/><Relationship Id="rId45" Type="http://schemas.openxmlformats.org/officeDocument/2006/relationships/image" Target="../media/image289.png"/><Relationship Id="rId46" Type="http://schemas.openxmlformats.org/officeDocument/2006/relationships/image" Target="../media/image458.png"/><Relationship Id="rId47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360.png"/><Relationship Id="rId7" Type="http://schemas.openxmlformats.org/officeDocument/2006/relationships/image" Target="../media/image460.png"/><Relationship Id="rId8" Type="http://schemas.openxmlformats.org/officeDocument/2006/relationships/image" Target="../media/image461.png"/><Relationship Id="rId9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17.png"/><Relationship Id="rId5" Type="http://schemas.openxmlformats.org/officeDocument/2006/relationships/image" Target="../media/image459.png"/><Relationship Id="rId6" Type="http://schemas.openxmlformats.org/officeDocument/2006/relationships/image" Target="../media/image360.png"/><Relationship Id="rId7" Type="http://schemas.openxmlformats.org/officeDocument/2006/relationships/image" Target="../media/image462.png"/><Relationship Id="rId8" Type="http://schemas.openxmlformats.org/officeDocument/2006/relationships/image" Target="../media/image460.png"/><Relationship Id="rId9" Type="http://schemas.openxmlformats.org/officeDocument/2006/relationships/image" Target="../media/image461.png"/><Relationship Id="rId10" Type="http://schemas.openxmlformats.org/officeDocument/2006/relationships/image" Target="../media/image463.png"/><Relationship Id="rId11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459.png"/><Relationship Id="rId5" Type="http://schemas.openxmlformats.org/officeDocument/2006/relationships/image" Target="../media/image360.png"/><Relationship Id="rId6" Type="http://schemas.openxmlformats.org/officeDocument/2006/relationships/image" Target="../media/image462.png"/><Relationship Id="rId7" Type="http://schemas.openxmlformats.org/officeDocument/2006/relationships/image" Target="../media/image464.png"/><Relationship Id="rId8" Type="http://schemas.openxmlformats.org/officeDocument/2006/relationships/image" Target="../media/image460.png"/><Relationship Id="rId9" Type="http://schemas.openxmlformats.org/officeDocument/2006/relationships/image" Target="../media/image461.png"/><Relationship Id="rId10" Type="http://schemas.openxmlformats.org/officeDocument/2006/relationships/image" Target="../media/image463.png"/><Relationship Id="rId11" Type="http://schemas.openxmlformats.org/officeDocument/2006/relationships/image" Target="../media/image465.png"/><Relationship Id="rId1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215.png"/><Relationship Id="rId7" Type="http://schemas.openxmlformats.org/officeDocument/2006/relationships/image" Target="../media/image469.png"/><Relationship Id="rId8" Type="http://schemas.openxmlformats.org/officeDocument/2006/relationships/image" Target="../media/image471.png"/><Relationship Id="rId9" Type="http://schemas.openxmlformats.org/officeDocument/2006/relationships/image" Target="../media/image470.png"/><Relationship Id="rId10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6.png"/><Relationship Id="rId4" Type="http://schemas.openxmlformats.org/officeDocument/2006/relationships/image" Target="../media/image468.png"/><Relationship Id="rId5" Type="http://schemas.openxmlformats.org/officeDocument/2006/relationships/image" Target="../media/image215.png"/><Relationship Id="rId6" Type="http://schemas.openxmlformats.org/officeDocument/2006/relationships/image" Target="../media/image472.png"/><Relationship Id="rId7" Type="http://schemas.openxmlformats.org/officeDocument/2006/relationships/image" Target="../media/image469.png"/><Relationship Id="rId8" Type="http://schemas.openxmlformats.org/officeDocument/2006/relationships/image" Target="../media/image471.png"/><Relationship Id="rId9" Type="http://schemas.openxmlformats.org/officeDocument/2006/relationships/image" Target="../media/image473.png"/><Relationship Id="rId10" Type="http://schemas.openxmlformats.org/officeDocument/2006/relationships/image" Target="../media/image470.png"/><Relationship Id="rId11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4.png"/><Relationship Id="rId4" Type="http://schemas.openxmlformats.org/officeDocument/2006/relationships/image" Target="../media/image475.png"/><Relationship Id="rId5" Type="http://schemas.openxmlformats.org/officeDocument/2006/relationships/image" Target="../media/image476.png"/><Relationship Id="rId6" Type="http://schemas.openxmlformats.org/officeDocument/2006/relationships/image" Target="../media/image477.png"/><Relationship Id="rId7" Type="http://schemas.openxmlformats.org/officeDocument/2006/relationships/image" Target="../media/image478.png"/><Relationship Id="rId8" Type="http://schemas.openxmlformats.org/officeDocument/2006/relationships/image" Target="../media/image479.png"/><Relationship Id="rId9" Type="http://schemas.openxmlformats.org/officeDocument/2006/relationships/image" Target="../media/image480.png"/><Relationship Id="rId10" Type="http://schemas.openxmlformats.org/officeDocument/2006/relationships/image" Target="../media/image481.png"/><Relationship Id="rId11" Type="http://schemas.openxmlformats.org/officeDocument/2006/relationships/image" Target="../media/image482.png"/><Relationship Id="rId12" Type="http://schemas.openxmlformats.org/officeDocument/2006/relationships/image" Target="../media/image483.png"/><Relationship Id="rId13" Type="http://schemas.openxmlformats.org/officeDocument/2006/relationships/image" Target="../media/image484.png"/><Relationship Id="rId14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6797040"/>
            <a:ext cx="10160000" cy="3048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885440"/>
            <a:ext cx="5080000" cy="39116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2400" y="2428240"/>
            <a:ext cx="5689600" cy="4368800"/>
          </a:xfrm>
          <a:prstGeom prst="rect">
            <a:avLst/>
          </a:prstGeom>
        </p:spPr>
      </p:pic>
      <p:pic>
        <p:nvPicPr>
          <p:cNvPr id="6" name="!!t_icm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2250" y="1746250"/>
            <a:ext cx="2540000" cy="635000"/>
          </a:xfrm>
          <a:prstGeom prst="rect">
            <a:avLst/>
          </a:prstGeom>
        </p:spPr>
      </p:pic>
      <p:pic>
        <p:nvPicPr>
          <p:cNvPr id="7" name="!!t_repr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6250" y="1746250"/>
            <a:ext cx="3873500" cy="635000"/>
          </a:xfrm>
          <a:prstGeom prst="rect">
            <a:avLst/>
          </a:prstGeom>
        </p:spPr>
      </p:pic>
      <p:pic>
        <p:nvPicPr>
          <p:cNvPr id="8" name="!!tit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1000" y="444500"/>
            <a:ext cx="889000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6781800"/>
            <a:ext cx="5715000" cy="2286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0"/>
            <a:ext cx="3505200" cy="26670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3505200"/>
            <a:ext cx="4267200" cy="3276600"/>
          </a:xfrm>
          <a:prstGeom prst="rect">
            <a:avLst/>
          </a:prstGeom>
        </p:spPr>
      </p:pic>
      <p:pic>
        <p:nvPicPr>
          <p:cNvPr id="6" name="!!cu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6159500"/>
            <a:ext cx="203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q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2" name="!!t_n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ans_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2" name="!!ans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3" name="!!mark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4" name="!!mark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nam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46250" y="4159250"/>
            <a:ext cx="2667000" cy="381000"/>
          </a:xfrm>
          <a:prstGeom prst="rect">
            <a:avLst/>
          </a:prstGeom>
        </p:spPr>
      </p:pic>
      <p:pic>
        <p:nvPicPr>
          <p:cNvPr id="13" name="!!ans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4" name="!!ans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5" name="!!mark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6" name="!!mark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8" name="!!t_nam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4625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0" name="!!t_nam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4625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77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312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905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127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889000"/>
            <a:ext cx="4127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3746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500" y="1524000"/>
            <a:ext cx="3746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9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3810000"/>
            <a:ext cx="1111250" cy="1111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46250" y="41592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28000" y="3841750"/>
            <a:ext cx="1270000" cy="952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88500" y="415925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87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71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77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312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9750" y="2381250"/>
            <a:ext cx="3492500" cy="63500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841500"/>
            <a:ext cx="825500" cy="1016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841500"/>
            <a:ext cx="825500" cy="1016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1841500"/>
            <a:ext cx="825500" cy="1016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1841500"/>
            <a:ext cx="825500" cy="1016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841500"/>
            <a:ext cx="825500" cy="1016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1841500"/>
            <a:ext cx="825500" cy="1016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841500"/>
            <a:ext cx="825500" cy="1016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1841500"/>
            <a:ext cx="825500" cy="1016000"/>
          </a:xfrm>
          <a:prstGeom prst="rect">
            <a:avLst/>
          </a:prstGeom>
        </p:spPr>
      </p:pic>
      <p:pic>
        <p:nvPicPr>
          <p:cNvPr id="12" name="!!c_4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0" y="1841500"/>
            <a:ext cx="825500" cy="1016000"/>
          </a:xfrm>
          <a:prstGeom prst="rect">
            <a:avLst/>
          </a:prstGeom>
        </p:spPr>
      </p:pic>
      <p:pic>
        <p:nvPicPr>
          <p:cNvPr id="13" name="!!c_4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000" y="1841500"/>
            <a:ext cx="825500" cy="1016000"/>
          </a:xfrm>
          <a:prstGeom prst="rect">
            <a:avLst/>
          </a:prstGeom>
        </p:spPr>
      </p:pic>
      <p:pic>
        <p:nvPicPr>
          <p:cNvPr id="14" name="!!c_5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75000"/>
            <a:ext cx="825500" cy="1016000"/>
          </a:xfrm>
          <a:prstGeom prst="rect">
            <a:avLst/>
          </a:prstGeom>
        </p:spPr>
      </p:pic>
      <p:pic>
        <p:nvPicPr>
          <p:cNvPr id="15" name="!!c_5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175000"/>
            <a:ext cx="825500" cy="1016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3175000"/>
            <a:ext cx="825500" cy="1016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0" y="3175000"/>
            <a:ext cx="825500" cy="1016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3175000"/>
            <a:ext cx="825500" cy="1016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3175000"/>
            <a:ext cx="825500" cy="1016000"/>
          </a:xfrm>
          <a:prstGeom prst="rect">
            <a:avLst/>
          </a:prstGeom>
        </p:spPr>
      </p:pic>
      <p:pic>
        <p:nvPicPr>
          <p:cNvPr id="20" name="!!c_9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3175000"/>
            <a:ext cx="825500" cy="1016000"/>
          </a:xfrm>
          <a:prstGeom prst="rect">
            <a:avLst/>
          </a:prstGeom>
        </p:spPr>
      </p:pic>
      <p:pic>
        <p:nvPicPr>
          <p:cNvPr id="21" name="!!c_9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3175000"/>
            <a:ext cx="825500" cy="1016000"/>
          </a:xfrm>
          <a:prstGeom prst="rect">
            <a:avLst/>
          </a:prstGeom>
        </p:spPr>
      </p:pic>
      <p:pic>
        <p:nvPicPr>
          <p:cNvPr id="22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75000"/>
            <a:ext cx="825500" cy="1016000"/>
          </a:xfrm>
          <a:prstGeom prst="rect">
            <a:avLst/>
          </a:prstGeom>
        </p:spPr>
      </p:pic>
      <p:pic>
        <p:nvPicPr>
          <p:cNvPr id="23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3175000"/>
            <a:ext cx="825500" cy="1016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3500" y="508000"/>
            <a:ext cx="4572000" cy="857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841500"/>
            <a:ext cx="825500" cy="1016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841500"/>
            <a:ext cx="825500" cy="1016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1841500"/>
            <a:ext cx="825500" cy="1016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1841500"/>
            <a:ext cx="825500" cy="1016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841500"/>
            <a:ext cx="825500" cy="1016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1841500"/>
            <a:ext cx="825500" cy="1016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841500"/>
            <a:ext cx="825500" cy="1016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1841500"/>
            <a:ext cx="825500" cy="1016000"/>
          </a:xfrm>
          <a:prstGeom prst="rect">
            <a:avLst/>
          </a:prstGeom>
        </p:spPr>
      </p:pic>
      <p:pic>
        <p:nvPicPr>
          <p:cNvPr id="12" name="!!c_4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0" y="1841500"/>
            <a:ext cx="825500" cy="1016000"/>
          </a:xfrm>
          <a:prstGeom prst="rect">
            <a:avLst/>
          </a:prstGeom>
        </p:spPr>
      </p:pic>
      <p:pic>
        <p:nvPicPr>
          <p:cNvPr id="13" name="!!c_4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000" y="1841500"/>
            <a:ext cx="825500" cy="1016000"/>
          </a:xfrm>
          <a:prstGeom prst="rect">
            <a:avLst/>
          </a:prstGeom>
        </p:spPr>
      </p:pic>
      <p:pic>
        <p:nvPicPr>
          <p:cNvPr id="14" name="!!c_5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75000"/>
            <a:ext cx="825500" cy="1016000"/>
          </a:xfrm>
          <a:prstGeom prst="rect">
            <a:avLst/>
          </a:prstGeom>
        </p:spPr>
      </p:pic>
      <p:pic>
        <p:nvPicPr>
          <p:cNvPr id="15" name="!!c_5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175000"/>
            <a:ext cx="825500" cy="1016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3175000"/>
            <a:ext cx="825500" cy="1016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0" y="3175000"/>
            <a:ext cx="825500" cy="1016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3175000"/>
            <a:ext cx="825500" cy="1016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4500" y="3175000"/>
            <a:ext cx="825500" cy="1016000"/>
          </a:xfrm>
          <a:prstGeom prst="rect">
            <a:avLst/>
          </a:prstGeom>
        </p:spPr>
      </p:pic>
      <p:pic>
        <p:nvPicPr>
          <p:cNvPr id="20" name="!!c_9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000" y="3175000"/>
            <a:ext cx="825500" cy="1016000"/>
          </a:xfrm>
          <a:prstGeom prst="rect">
            <a:avLst/>
          </a:prstGeom>
        </p:spPr>
      </p:pic>
      <p:pic>
        <p:nvPicPr>
          <p:cNvPr id="21" name="!!c_9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3175000"/>
            <a:ext cx="825500" cy="1016000"/>
          </a:xfrm>
          <a:prstGeom prst="rect">
            <a:avLst/>
          </a:prstGeom>
        </p:spPr>
      </p:pic>
      <p:pic>
        <p:nvPicPr>
          <p:cNvPr id="22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75000"/>
            <a:ext cx="825500" cy="1016000"/>
          </a:xfrm>
          <a:prstGeom prst="rect">
            <a:avLst/>
          </a:prstGeom>
        </p:spPr>
      </p:pic>
      <p:pic>
        <p:nvPicPr>
          <p:cNvPr id="23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500" y="3175000"/>
            <a:ext cx="825500" cy="1016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3500" y="508000"/>
            <a:ext cx="4572000" cy="857250"/>
          </a:xfrm>
          <a:prstGeom prst="rect">
            <a:avLst/>
          </a:prstGeom>
        </p:spPr>
      </p:pic>
      <p:pic>
        <p:nvPicPr>
          <p:cNvPr id="27" name="!!t_kind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250" y="4635500"/>
            <a:ext cx="2222500" cy="1016000"/>
          </a:xfrm>
          <a:prstGeom prst="rect">
            <a:avLst/>
          </a:prstGeom>
        </p:spPr>
      </p:pic>
      <p:pic>
        <p:nvPicPr>
          <p:cNvPr id="28" name="!!t_kind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71750" y="4635500"/>
            <a:ext cx="1968500" cy="1016000"/>
          </a:xfrm>
          <a:prstGeom prst="rect">
            <a:avLst/>
          </a:prstGeom>
        </p:spPr>
      </p:pic>
      <p:pic>
        <p:nvPicPr>
          <p:cNvPr id="29" name="!!t_kind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7250" y="4635500"/>
            <a:ext cx="2381250" cy="1016000"/>
          </a:xfrm>
          <a:prstGeom prst="rect">
            <a:avLst/>
          </a:prstGeom>
        </p:spPr>
      </p:pic>
      <p:pic>
        <p:nvPicPr>
          <p:cNvPr id="30" name="!!t_kind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4635500"/>
            <a:ext cx="2349500" cy="101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2" name="!!t_tr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3" name="!!t_tr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4" name="!!t_r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6750" y="2000250"/>
            <a:ext cx="2952750" cy="381000"/>
          </a:xfrm>
          <a:prstGeom prst="rect">
            <a:avLst/>
          </a:prstGeom>
        </p:spPr>
      </p:pic>
      <p:pic>
        <p:nvPicPr>
          <p:cNvPr id="15" name="!!t_r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16750" y="4159250"/>
            <a:ext cx="3206750" cy="381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1587500"/>
            <a:ext cx="952500" cy="12065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3746500"/>
            <a:ext cx="952500" cy="12065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1905000"/>
            <a:ext cx="438150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4064000"/>
            <a:ext cx="438150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381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fla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3556000"/>
            <a:ext cx="857250" cy="1397000"/>
          </a:xfrm>
          <a:prstGeom prst="rect">
            <a:avLst/>
          </a:prstGeom>
        </p:spPr>
      </p:pic>
      <p:pic>
        <p:nvPicPr>
          <p:cNvPr id="11" name="!!lin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0" y="1714500"/>
            <a:ext cx="698500" cy="2095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16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16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762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1684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19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0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1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2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3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4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5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26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27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28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29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0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1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2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3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4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5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36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37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38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39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0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1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42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3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44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5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46" name="!!ch_f2b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47" name="!!robo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h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08200" y="698500"/>
            <a:ext cx="2082800" cy="3048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3" name="!!ch_bd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4" name="!!ch_bd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8" name="!!ch_f2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21900" y="660400"/>
            <a:ext cx="1562100" cy="3810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1" name="!!ch_f2v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81900" y="1028700"/>
            <a:ext cx="914400" cy="2540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4" name="!!ch_f2v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00900" y="1333500"/>
            <a:ext cx="914400" cy="2540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1" name="!!ch_f2l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2" name="!!ch_f2b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3" name="!!ch_f2l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4" name="!!ch_f2b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5" name="!!ch_f2l8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6" name="!!ch_f2b8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7" name="!!ch_f2l9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8" name="!!ch_f2b9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9" name="!!ch_f2l10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0" name="!!ch_f2b10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5" name="!!ch_f2l13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46" name="!!ch_f2b13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7" name="!!ch_f2l14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48" name="!!ch_f2b14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9" name="!!ch_f2l15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50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1" name="!!robot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5800" y="660400"/>
            <a:ext cx="63500" cy="4991100"/>
          </a:xfrm>
          <a:prstGeom prst="rect">
            <a:avLst/>
          </a:prstGeom>
        </p:spPr>
      </p:pic>
      <p:pic>
        <p:nvPicPr>
          <p:cNvPr id="10" name="!!ch_f2t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3" name="!!ch_bd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4" name="!!ch_bd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8" name="!!ch_f2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21900" y="660400"/>
            <a:ext cx="1562100" cy="3810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1" name="!!ch_f2v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81900" y="1028700"/>
            <a:ext cx="914400" cy="2540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4" name="!!ch_f2v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00900" y="1333500"/>
            <a:ext cx="914400" cy="2540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00300" y="1638300"/>
            <a:ext cx="16637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57300" y="2247900"/>
            <a:ext cx="2806700" cy="2921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1" name="!!ch_f2l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2" name="!!ch_f2b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3" name="!!ch_f2l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4" name="!!ch_f2b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5" name="!!ch_f2l8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6" name="!!ch_f2b8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37" name="!!ch_f2l9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38" name="!!ch_f2b9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39" name="!!ch_f2l10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0" name="!!ch_f2b10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90700" y="4076700"/>
            <a:ext cx="22733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5" name="!!ch_f2l13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155700" y="4686300"/>
            <a:ext cx="2908300" cy="304800"/>
          </a:xfrm>
          <a:prstGeom prst="rect">
            <a:avLst/>
          </a:prstGeom>
        </p:spPr>
      </p:pic>
      <p:pic>
        <p:nvPicPr>
          <p:cNvPr id="46" name="!!ch_f2b13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47" name="!!ch_f2l14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511300" y="4991100"/>
            <a:ext cx="2552700" cy="292100"/>
          </a:xfrm>
          <a:prstGeom prst="rect">
            <a:avLst/>
          </a:prstGeom>
        </p:spPr>
      </p:pic>
      <p:pic>
        <p:nvPicPr>
          <p:cNvPr id="48" name="!!ch_f2b14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49" name="!!ch_f2l15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435100" y="5295900"/>
            <a:ext cx="2628900" cy="304800"/>
          </a:xfrm>
          <a:prstGeom prst="rect">
            <a:avLst/>
          </a:prstGeom>
        </p:spPr>
      </p:pic>
      <p:pic>
        <p:nvPicPr>
          <p:cNvPr id="50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1" name="!!ch_f2br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800600" y="3441700"/>
            <a:ext cx="190500" cy="2133600"/>
          </a:xfrm>
          <a:prstGeom prst="rect">
            <a:avLst/>
          </a:prstGeom>
        </p:spPr>
      </p:pic>
      <p:pic>
        <p:nvPicPr>
          <p:cNvPr id="52" name="!!ch_f2brl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156200" y="4381500"/>
            <a:ext cx="2070100" cy="292100"/>
          </a:xfrm>
          <a:prstGeom prst="rect">
            <a:avLst/>
          </a:prstGeom>
        </p:spPr>
      </p:pic>
      <p:pic>
        <p:nvPicPr>
          <p:cNvPr id="53" name="!!robot" descr="image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6159500"/>
            <a:ext cx="282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t_sl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t_s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0" name="!!t_s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sl_ic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1270000"/>
            <a:ext cx="2286000" cy="2921000"/>
          </a:xfrm>
          <a:prstGeom prst="rect">
            <a:avLst/>
          </a:prstGeom>
        </p:spPr>
      </p:pic>
      <p:pic>
        <p:nvPicPr>
          <p:cNvPr id="10" name="!!t_s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1" name="!!t_s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  <p:pic>
        <p:nvPicPr>
          <p:cNvPr id="12" name="!!t_sl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4500" y="4286250"/>
            <a:ext cx="152400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sl_i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492250"/>
            <a:ext cx="1905000" cy="2476500"/>
          </a:xfrm>
          <a:prstGeom prst="rect">
            <a:avLst/>
          </a:prstGeom>
        </p:spPr>
      </p:pic>
      <p:pic>
        <p:nvPicPr>
          <p:cNvPr id="8" name="!!sl_ic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714500"/>
            <a:ext cx="2286000" cy="2032000"/>
          </a:xfrm>
          <a:prstGeom prst="rect">
            <a:avLst/>
          </a:prstGeom>
        </p:spPr>
      </p:pic>
      <p:pic>
        <p:nvPicPr>
          <p:cNvPr id="9" name="!!sl_ic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1270000"/>
            <a:ext cx="2286000" cy="2921000"/>
          </a:xfrm>
          <a:prstGeom prst="rect">
            <a:avLst/>
          </a:prstGeom>
        </p:spPr>
      </p:pic>
      <p:pic>
        <p:nvPicPr>
          <p:cNvPr id="10" name="!!sl_ic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1238250"/>
            <a:ext cx="2286000" cy="2984500"/>
          </a:xfrm>
          <a:prstGeom prst="rect">
            <a:avLst/>
          </a:prstGeom>
        </p:spPr>
      </p:pic>
      <p:pic>
        <p:nvPicPr>
          <p:cNvPr id="11" name="!!t_s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" y="4222750"/>
            <a:ext cx="1714500" cy="857250"/>
          </a:xfrm>
          <a:prstGeom prst="rect">
            <a:avLst/>
          </a:prstGeom>
        </p:spPr>
      </p:pic>
      <p:pic>
        <p:nvPicPr>
          <p:cNvPr id="12" name="!!t_s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250" y="4826000"/>
            <a:ext cx="1206500" cy="254000"/>
          </a:xfrm>
          <a:prstGeom prst="rect">
            <a:avLst/>
          </a:prstGeom>
        </p:spPr>
      </p:pic>
      <p:pic>
        <p:nvPicPr>
          <p:cNvPr id="13" name="!!t_sl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4500" y="4286250"/>
            <a:ext cx="1524000" cy="793750"/>
          </a:xfrm>
          <a:prstGeom prst="rect">
            <a:avLst/>
          </a:prstGeom>
        </p:spPr>
      </p:pic>
      <p:pic>
        <p:nvPicPr>
          <p:cNvPr id="14" name="!!t_sl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8000" y="4286250"/>
            <a:ext cx="212725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sl_i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8500" y="3238500"/>
            <a:ext cx="2032000" cy="2603500"/>
          </a:xfrm>
          <a:prstGeom prst="rect">
            <a:avLst/>
          </a:prstGeom>
        </p:spPr>
      </p:pic>
      <p:pic>
        <p:nvPicPr>
          <p:cNvPr id="5" name="!!fold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365500"/>
            <a:ext cx="3175000" cy="2476500"/>
          </a:xfrm>
          <a:prstGeom prst="rect">
            <a:avLst/>
          </a:prstGeom>
        </p:spPr>
      </p:pic>
      <p:pic>
        <p:nvPicPr>
          <p:cNvPr id="6" name="!!term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365500"/>
            <a:ext cx="3175000" cy="2476500"/>
          </a:xfrm>
          <a:prstGeom prst="rect">
            <a:avLst/>
          </a:prstGeom>
        </p:spPr>
      </p:pic>
      <p:pic>
        <p:nvPicPr>
          <p:cNvPr id="7" name="!!arr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8000" y="4508500"/>
            <a:ext cx="762000" cy="254000"/>
          </a:xfrm>
          <a:prstGeom prst="rect">
            <a:avLst/>
          </a:prstGeom>
        </p:spPr>
      </p:pic>
      <p:pic>
        <p:nvPicPr>
          <p:cNvPr id="8" name="!!arr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4508500"/>
            <a:ext cx="762000" cy="254000"/>
          </a:xfrm>
          <a:prstGeom prst="rect">
            <a:avLst/>
          </a:prstGeom>
        </p:spPr>
      </p:pic>
      <p:pic>
        <p:nvPicPr>
          <p:cNvPr id="9" name="!!t_folde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2857500"/>
            <a:ext cx="2921000" cy="317500"/>
          </a:xfrm>
          <a:prstGeom prst="rect">
            <a:avLst/>
          </a:prstGeom>
        </p:spPr>
      </p:pic>
      <p:pic>
        <p:nvPicPr>
          <p:cNvPr id="10" name="!!t_term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857500"/>
            <a:ext cx="1936750" cy="317500"/>
          </a:xfrm>
          <a:prstGeom prst="rect">
            <a:avLst/>
          </a:prstGeom>
        </p:spPr>
      </p:pic>
      <p:pic>
        <p:nvPicPr>
          <p:cNvPr id="11" name="!!t_sl_ic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250" y="2667000"/>
            <a:ext cx="17145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ech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8" name="!!ch_rech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9" name="!!ch_r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0" name="!!ch_re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1" name="!!ch_recv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2" name="!!ch_rec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3" name="!!ch_r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4" name="!!ch_re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5" name="!!ch_rec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6" name="!!ch_rec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8" name="!!ch_re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19" name="!!ch_recv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0" name="!!ch_re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1" name="!!ch_r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2" name="!!ch_re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3" name="!!ch_recv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4" name="!!ch_rec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5" name="!!ch_r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6" name="!!ch_recv4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7" name="!!ch_recv4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8" name="!!ch_rect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29" name="!!ch_r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0" name="!!ch_recv50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1" name="!!ch_recv5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2" name="!!ch_rect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3" name="!!ch_r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4" name="!!ch_recv60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5" name="!!ch_recv61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6" name="!!ch_rect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7" name="!!ch_r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8" name="!!ch_recv7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39" name="!!ch_recv7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0" name="!!ch_rect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1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42" name="!!cue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" y="6159500"/>
            <a:ext cx="314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8" name="!!ch_rec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1879600"/>
            <a:ext cx="406400" cy="355600"/>
          </a:xfrm>
          <a:prstGeom prst="rect">
            <a:avLst/>
          </a:prstGeom>
        </p:spPr>
      </p:pic>
      <p:pic>
        <p:nvPicPr>
          <p:cNvPr id="9" name="!!ch_r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0" name="!!ch_rec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2311400"/>
            <a:ext cx="406400" cy="355600"/>
          </a:xfrm>
          <a:prstGeom prst="rect">
            <a:avLst/>
          </a:prstGeom>
        </p:spPr>
      </p:pic>
      <p:pic>
        <p:nvPicPr>
          <p:cNvPr id="11" name="!!ch_r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2" name="!!ch_rect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2743200"/>
            <a:ext cx="406400" cy="355600"/>
          </a:xfrm>
          <a:prstGeom prst="rect">
            <a:avLst/>
          </a:prstGeom>
        </p:spPr>
      </p:pic>
      <p:pic>
        <p:nvPicPr>
          <p:cNvPr id="13" name="!!ch_r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14" name="!!ch_rec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3175000"/>
            <a:ext cx="406400" cy="355600"/>
          </a:xfrm>
          <a:prstGeom prst="rect">
            <a:avLst/>
          </a:prstGeom>
        </p:spPr>
      </p:pic>
      <p:pic>
        <p:nvPicPr>
          <p:cNvPr id="15" name="!!ch_rn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16" name="!!ch_rect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3606800"/>
            <a:ext cx="406400" cy="355600"/>
          </a:xfrm>
          <a:prstGeom prst="rect">
            <a:avLst/>
          </a:prstGeom>
        </p:spPr>
      </p:pic>
      <p:pic>
        <p:nvPicPr>
          <p:cNvPr id="17" name="!!ch_rn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18" name="!!ch_rect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038600"/>
            <a:ext cx="406400" cy="355600"/>
          </a:xfrm>
          <a:prstGeom prst="rect">
            <a:avLst/>
          </a:prstGeom>
        </p:spPr>
      </p:pic>
      <p:pic>
        <p:nvPicPr>
          <p:cNvPr id="19" name="!!ch_rn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20" name="!!ch_rect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470400"/>
            <a:ext cx="406400" cy="355600"/>
          </a:xfrm>
          <a:prstGeom prst="rect">
            <a:avLst/>
          </a:prstGeom>
        </p:spPr>
      </p:pic>
      <p:pic>
        <p:nvPicPr>
          <p:cNvPr id="21" name="!!ch_rn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22" name="!!ch_rect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4600" y="4902200"/>
            <a:ext cx="406400" cy="355600"/>
          </a:xfrm>
          <a:prstGeom prst="rect">
            <a:avLst/>
          </a:prstGeom>
        </p:spPr>
      </p:pic>
      <p:pic>
        <p:nvPicPr>
          <p:cNvPr id="23" name="!!ch_rdh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99000" y="1524000"/>
            <a:ext cx="2362200" cy="812800"/>
          </a:xfrm>
          <a:prstGeom prst="rect">
            <a:avLst/>
          </a:prstGeom>
        </p:spPr>
      </p:pic>
      <p:pic>
        <p:nvPicPr>
          <p:cNvPr id="24" name="!!ch_rd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9000" y="2667000"/>
            <a:ext cx="1701800" cy="508000"/>
          </a:xfrm>
          <a:prstGeom prst="rect">
            <a:avLst/>
          </a:prstGeom>
        </p:spPr>
      </p:pic>
      <p:pic>
        <p:nvPicPr>
          <p:cNvPr id="25" name="!!ch_rd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99000" y="3302000"/>
            <a:ext cx="2235200" cy="508000"/>
          </a:xfrm>
          <a:prstGeom prst="rect">
            <a:avLst/>
          </a:prstGeom>
        </p:spPr>
      </p:pic>
      <p:pic>
        <p:nvPicPr>
          <p:cNvPr id="26" name="!!ch_rd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99000" y="3937000"/>
            <a:ext cx="2413000" cy="508000"/>
          </a:xfrm>
          <a:prstGeom prst="rect">
            <a:avLst/>
          </a:prstGeom>
        </p:spPr>
      </p:pic>
      <p:pic>
        <p:nvPicPr>
          <p:cNvPr id="27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276600" cy="304800"/>
          </a:xfrm>
          <a:prstGeom prst="rect">
            <a:avLst/>
          </a:prstGeom>
        </p:spPr>
      </p:pic>
      <p:pic>
        <p:nvPicPr>
          <p:cNvPr id="7" name="!!ch_div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00" y="2032000"/>
            <a:ext cx="2997200" cy="304800"/>
          </a:xfrm>
          <a:prstGeom prst="rect">
            <a:avLst/>
          </a:prstGeom>
        </p:spPr>
      </p:pic>
      <p:pic>
        <p:nvPicPr>
          <p:cNvPr id="8" name="!!ch_divf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00" y="2921000"/>
            <a:ext cx="2514600" cy="914400"/>
          </a:xfrm>
          <a:prstGeom prst="rect">
            <a:avLst/>
          </a:prstGeom>
        </p:spPr>
      </p:pic>
      <p:pic>
        <p:nvPicPr>
          <p:cNvPr id="9" name="!!ch_div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6000" y="2032000"/>
            <a:ext cx="2717800" cy="304800"/>
          </a:xfrm>
          <a:prstGeom prst="rect">
            <a:avLst/>
          </a:prstGeom>
        </p:spPr>
      </p:pic>
      <p:pic>
        <p:nvPicPr>
          <p:cNvPr id="10" name="!!ch_divf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6000" y="2921000"/>
            <a:ext cx="2438400" cy="9144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rt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4318000"/>
            <a:ext cx="6096000" cy="127000"/>
          </a:xfrm>
          <a:prstGeom prst="rect">
            <a:avLst/>
          </a:prstGeom>
        </p:spPr>
      </p:pic>
      <p:pic>
        <p:nvPicPr>
          <p:cNvPr id="7" name="!!ch_rt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0" y="4445000"/>
            <a:ext cx="63500" cy="254000"/>
          </a:xfrm>
          <a:prstGeom prst="rect">
            <a:avLst/>
          </a:prstGeom>
        </p:spPr>
      </p:pic>
      <p:pic>
        <p:nvPicPr>
          <p:cNvPr id="8" name="!!ch_rt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0" y="4445000"/>
            <a:ext cx="63500" cy="127000"/>
          </a:xfrm>
          <a:prstGeom prst="rect">
            <a:avLst/>
          </a:prstGeom>
        </p:spPr>
      </p:pic>
      <p:pic>
        <p:nvPicPr>
          <p:cNvPr id="9" name="!!ch_rt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000" y="4445000"/>
            <a:ext cx="63500" cy="254000"/>
          </a:xfrm>
          <a:prstGeom prst="rect">
            <a:avLst/>
          </a:prstGeom>
        </p:spPr>
      </p:pic>
      <p:pic>
        <p:nvPicPr>
          <p:cNvPr id="10" name="!!ch_rt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445000"/>
            <a:ext cx="63500" cy="127000"/>
          </a:xfrm>
          <a:prstGeom prst="rect">
            <a:avLst/>
          </a:prstGeom>
        </p:spPr>
      </p:pic>
      <p:pic>
        <p:nvPicPr>
          <p:cNvPr id="11" name="!!ch_rtt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4445000"/>
            <a:ext cx="63500" cy="254000"/>
          </a:xfrm>
          <a:prstGeom prst="rect">
            <a:avLst/>
          </a:prstGeom>
        </p:spPr>
      </p:pic>
      <p:pic>
        <p:nvPicPr>
          <p:cNvPr id="12" name="!!ch_rtt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000" y="4445000"/>
            <a:ext cx="63500" cy="127000"/>
          </a:xfrm>
          <a:prstGeom prst="rect">
            <a:avLst/>
          </a:prstGeom>
        </p:spPr>
      </p:pic>
      <p:pic>
        <p:nvPicPr>
          <p:cNvPr id="13" name="!!ch_rtt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4445000"/>
            <a:ext cx="63500" cy="254000"/>
          </a:xfrm>
          <a:prstGeom prst="rect">
            <a:avLst/>
          </a:prstGeom>
        </p:spPr>
      </p:pic>
      <p:pic>
        <p:nvPicPr>
          <p:cNvPr id="14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711200"/>
            <a:ext cx="2209800" cy="254000"/>
          </a:xfrm>
          <a:prstGeom prst="rect">
            <a:avLst/>
          </a:prstGeom>
        </p:spPr>
      </p:pic>
      <p:pic>
        <p:nvPicPr>
          <p:cNvPr id="15" name="!!ch_rt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4826000"/>
            <a:ext cx="431800" cy="254000"/>
          </a:xfrm>
          <a:prstGeom prst="rect">
            <a:avLst/>
          </a:prstGeom>
        </p:spPr>
      </p:pic>
      <p:pic>
        <p:nvPicPr>
          <p:cNvPr id="16" name="!!ch_rt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40100" y="4826000"/>
            <a:ext cx="406400" cy="254000"/>
          </a:xfrm>
          <a:prstGeom prst="rect">
            <a:avLst/>
          </a:prstGeom>
        </p:spPr>
      </p:pic>
      <p:pic>
        <p:nvPicPr>
          <p:cNvPr id="17" name="!!ch_rtn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72100" y="4826000"/>
            <a:ext cx="406400" cy="254000"/>
          </a:xfrm>
          <a:prstGeom prst="rect">
            <a:avLst/>
          </a:prstGeom>
        </p:spPr>
      </p:pic>
      <p:pic>
        <p:nvPicPr>
          <p:cNvPr id="18" name="!!ch_rtn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91400" y="4826000"/>
            <a:ext cx="431800" cy="254000"/>
          </a:xfrm>
          <a:prstGeom prst="rect">
            <a:avLst/>
          </a:prstGeom>
        </p:spPr>
      </p:pic>
      <p:pic>
        <p:nvPicPr>
          <p:cNvPr id="19" name="!!ch_rtm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61000" y="2032000"/>
            <a:ext cx="254000" cy="2286000"/>
          </a:xfrm>
          <a:prstGeom prst="rect">
            <a:avLst/>
          </a:prstGeom>
        </p:spPr>
      </p:pic>
      <p:pic>
        <p:nvPicPr>
          <p:cNvPr id="20" name="!!ch_rtm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29000" y="2667000"/>
            <a:ext cx="254000" cy="1651000"/>
          </a:xfrm>
          <a:prstGeom prst="rect">
            <a:avLst/>
          </a:prstGeom>
        </p:spPr>
      </p:pic>
      <p:pic>
        <p:nvPicPr>
          <p:cNvPr id="21" name="!!ch_rtl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68800" y="1397000"/>
            <a:ext cx="2400300" cy="381000"/>
          </a:xfrm>
          <a:prstGeom prst="rect">
            <a:avLst/>
          </a:prstGeom>
        </p:spPr>
      </p:pic>
      <p:pic>
        <p:nvPicPr>
          <p:cNvPr id="22" name="!!ch_rtl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65400" y="2032000"/>
            <a:ext cx="1943100" cy="381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3246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66900"/>
            <a:ext cx="6985000" cy="762000"/>
          </a:xfrm>
          <a:prstGeom prst="rect">
            <a:avLst/>
          </a:prstGeom>
        </p:spPr>
      </p:pic>
      <p:pic>
        <p:nvPicPr>
          <p:cNvPr id="9" name="!!ch_rk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2857500"/>
            <a:ext cx="1143000" cy="762000"/>
          </a:xfrm>
          <a:prstGeom prst="rect">
            <a:avLst/>
          </a:prstGeom>
        </p:spPr>
      </p:pic>
      <p:pic>
        <p:nvPicPr>
          <p:cNvPr id="10" name="!!ch_rk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900" y="2857500"/>
            <a:ext cx="1143000" cy="762000"/>
          </a:xfrm>
          <a:prstGeom prst="rect">
            <a:avLst/>
          </a:prstGeom>
        </p:spPr>
      </p:pic>
      <p:pic>
        <p:nvPicPr>
          <p:cNvPr id="11" name="!!ch_rkt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6300" y="2857500"/>
            <a:ext cx="1143000" cy="762000"/>
          </a:xfrm>
          <a:prstGeom prst="rect">
            <a:avLst/>
          </a:prstGeom>
        </p:spPr>
      </p:pic>
      <p:pic>
        <p:nvPicPr>
          <p:cNvPr id="12" name="!!ch_rkt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4700" y="2857500"/>
            <a:ext cx="1143000" cy="762000"/>
          </a:xfrm>
          <a:prstGeom prst="rect">
            <a:avLst/>
          </a:prstGeom>
        </p:spPr>
      </p:pic>
      <p:pic>
        <p:nvPicPr>
          <p:cNvPr id="13" name="!!ch_rkt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3100" y="2857500"/>
            <a:ext cx="1143000" cy="762000"/>
          </a:xfrm>
          <a:prstGeom prst="rect">
            <a:avLst/>
          </a:prstGeom>
        </p:spPr>
      </p:pic>
      <p:pic>
        <p:nvPicPr>
          <p:cNvPr id="14" name="!!ch_rkt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2857500"/>
            <a:ext cx="1143000" cy="762000"/>
          </a:xfrm>
          <a:prstGeom prst="rect">
            <a:avLst/>
          </a:prstGeom>
        </p:spPr>
      </p:pic>
      <p:pic>
        <p:nvPicPr>
          <p:cNvPr id="15" name="!!ch_rkt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3700" y="3644900"/>
            <a:ext cx="1143000" cy="762000"/>
          </a:xfrm>
          <a:prstGeom prst="rect">
            <a:avLst/>
          </a:prstGeom>
        </p:spPr>
      </p:pic>
      <p:pic>
        <p:nvPicPr>
          <p:cNvPr id="16" name="!!ch_rkt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100" y="3644900"/>
            <a:ext cx="1143000" cy="762000"/>
          </a:xfrm>
          <a:prstGeom prst="rect">
            <a:avLst/>
          </a:prstGeom>
        </p:spPr>
      </p:pic>
      <p:pic>
        <p:nvPicPr>
          <p:cNvPr id="17" name="!!ch_rkt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0" y="3644900"/>
            <a:ext cx="1143000" cy="762000"/>
          </a:xfrm>
          <a:prstGeom prst="rect">
            <a:avLst/>
          </a:prstGeom>
        </p:spPr>
      </p:pic>
      <p:pic>
        <p:nvPicPr>
          <p:cNvPr id="18" name="!!ch_rkt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8900" y="3644900"/>
            <a:ext cx="1143000" cy="762000"/>
          </a:xfrm>
          <a:prstGeom prst="rect">
            <a:avLst/>
          </a:prstGeom>
        </p:spPr>
      </p:pic>
      <p:pic>
        <p:nvPicPr>
          <p:cNvPr id="19" name="!!ch_rkt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7300" y="3644900"/>
            <a:ext cx="1143000" cy="7620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3246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66900"/>
            <a:ext cx="6985000" cy="762000"/>
          </a:xfrm>
          <a:prstGeom prst="rect">
            <a:avLst/>
          </a:prstGeom>
        </p:spPr>
      </p:pic>
      <p:pic>
        <p:nvPicPr>
          <p:cNvPr id="9" name="!!ch_rk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2857500"/>
            <a:ext cx="1143000" cy="762000"/>
          </a:xfrm>
          <a:prstGeom prst="rect">
            <a:avLst/>
          </a:prstGeom>
        </p:spPr>
      </p:pic>
      <p:pic>
        <p:nvPicPr>
          <p:cNvPr id="10" name="!!ch_rk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7900" y="2857500"/>
            <a:ext cx="1143000" cy="762000"/>
          </a:xfrm>
          <a:prstGeom prst="rect">
            <a:avLst/>
          </a:prstGeom>
        </p:spPr>
      </p:pic>
      <p:pic>
        <p:nvPicPr>
          <p:cNvPr id="11" name="!!ch_rkt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6300" y="2857500"/>
            <a:ext cx="1143000" cy="762000"/>
          </a:xfrm>
          <a:prstGeom prst="rect">
            <a:avLst/>
          </a:prstGeom>
        </p:spPr>
      </p:pic>
      <p:pic>
        <p:nvPicPr>
          <p:cNvPr id="12" name="!!ch_rkt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4700" y="2857500"/>
            <a:ext cx="1143000" cy="762000"/>
          </a:xfrm>
          <a:prstGeom prst="rect">
            <a:avLst/>
          </a:prstGeom>
        </p:spPr>
      </p:pic>
      <p:pic>
        <p:nvPicPr>
          <p:cNvPr id="13" name="!!ch_rkt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3100" y="2857500"/>
            <a:ext cx="1143000" cy="762000"/>
          </a:xfrm>
          <a:prstGeom prst="rect">
            <a:avLst/>
          </a:prstGeom>
        </p:spPr>
      </p:pic>
      <p:pic>
        <p:nvPicPr>
          <p:cNvPr id="14" name="!!ch_rkt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2857500"/>
            <a:ext cx="1143000" cy="762000"/>
          </a:xfrm>
          <a:prstGeom prst="rect">
            <a:avLst/>
          </a:prstGeom>
        </p:spPr>
      </p:pic>
      <p:pic>
        <p:nvPicPr>
          <p:cNvPr id="15" name="!!ch_rkt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3700" y="3644900"/>
            <a:ext cx="1143000" cy="762000"/>
          </a:xfrm>
          <a:prstGeom prst="rect">
            <a:avLst/>
          </a:prstGeom>
        </p:spPr>
      </p:pic>
      <p:pic>
        <p:nvPicPr>
          <p:cNvPr id="16" name="!!ch_rkt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100" y="3644900"/>
            <a:ext cx="1143000" cy="762000"/>
          </a:xfrm>
          <a:prstGeom prst="rect">
            <a:avLst/>
          </a:prstGeom>
        </p:spPr>
      </p:pic>
      <p:pic>
        <p:nvPicPr>
          <p:cNvPr id="17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500" y="3644900"/>
            <a:ext cx="1143000" cy="762000"/>
          </a:xfrm>
          <a:prstGeom prst="rect">
            <a:avLst/>
          </a:prstGeom>
        </p:spPr>
      </p:pic>
      <p:pic>
        <p:nvPicPr>
          <p:cNvPr id="18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3644900"/>
            <a:ext cx="1143000" cy="762000"/>
          </a:xfrm>
          <a:prstGeom prst="rect">
            <a:avLst/>
          </a:prstGeom>
        </p:spPr>
      </p:pic>
      <p:pic>
        <p:nvPicPr>
          <p:cNvPr id="19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7300" y="3644900"/>
            <a:ext cx="1143000" cy="762000"/>
          </a:xfrm>
          <a:prstGeom prst="rect">
            <a:avLst/>
          </a:prstGeom>
        </p:spPr>
      </p:pic>
      <p:pic>
        <p:nvPicPr>
          <p:cNvPr id="20" name="!!ch_rk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4737100"/>
            <a:ext cx="6362700" cy="4572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9207500" cy="190500"/>
          </a:xfrm>
          <a:prstGeom prst="rect">
            <a:avLst/>
          </a:prstGeom>
        </p:spPr>
      </p:pic>
      <p:pic>
        <p:nvPicPr>
          <p:cNvPr id="5" name="!!d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064000"/>
            <a:ext cx="1524000" cy="1778000"/>
          </a:xfrm>
          <a:prstGeom prst="rect">
            <a:avLst/>
          </a:prstGeom>
        </p:spPr>
      </p:pic>
      <p:pic>
        <p:nvPicPr>
          <p:cNvPr id="6" name="!!pi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4500" y="4064000"/>
            <a:ext cx="1524000" cy="1778000"/>
          </a:xfrm>
          <a:prstGeom prst="rect">
            <a:avLst/>
          </a:prstGeom>
        </p:spPr>
      </p:pic>
      <p:pic>
        <p:nvPicPr>
          <p:cNvPr id="7" name="!!fly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0" y="3302000"/>
            <a:ext cx="698500" cy="889000"/>
          </a:xfrm>
          <a:prstGeom prst="rect">
            <a:avLst/>
          </a:prstGeom>
        </p:spPr>
      </p:pic>
      <p:pic>
        <p:nvPicPr>
          <p:cNvPr id="8" name="!!fly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6000" y="2413000"/>
            <a:ext cx="698500" cy="889000"/>
          </a:xfrm>
          <a:prstGeom prst="rect">
            <a:avLst/>
          </a:prstGeom>
        </p:spPr>
      </p:pic>
      <p:pic>
        <p:nvPicPr>
          <p:cNvPr id="9" name="!!fly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1968500"/>
            <a:ext cx="698500" cy="889000"/>
          </a:xfrm>
          <a:prstGeom prst="rect">
            <a:avLst/>
          </a:prstGeom>
        </p:spPr>
      </p:pic>
      <p:pic>
        <p:nvPicPr>
          <p:cNvPr id="10" name="!!fly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2095500"/>
            <a:ext cx="698500" cy="889000"/>
          </a:xfrm>
          <a:prstGeom prst="rect">
            <a:avLst/>
          </a:prstGeom>
        </p:spPr>
      </p:pic>
      <p:pic>
        <p:nvPicPr>
          <p:cNvPr id="11" name="!!fly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0" y="2667000"/>
            <a:ext cx="698500" cy="889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111500"/>
            <a:ext cx="2159000" cy="762000"/>
          </a:xfrm>
          <a:prstGeom prst="rect">
            <a:avLst/>
          </a:prstGeom>
        </p:spPr>
      </p:pic>
      <p:pic>
        <p:nvPicPr>
          <p:cNvPr id="14" name="!!t_fifth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88000" y="698500"/>
            <a:ext cx="4064000" cy="857250"/>
          </a:xfrm>
          <a:prstGeom prst="rect">
            <a:avLst/>
          </a:prstGeom>
        </p:spPr>
      </p:pic>
      <p:pic>
        <p:nvPicPr>
          <p:cNvPr id="15" name="!!t_s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51500" y="1619250"/>
            <a:ext cx="2444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14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5556250"/>
            <a:ext cx="1270000" cy="317500"/>
          </a:xfrm>
          <a:prstGeom prst="rect">
            <a:avLst/>
          </a:prstGeom>
        </p:spPr>
      </p:pic>
      <p:pic>
        <p:nvPicPr>
          <p:cNvPr id="7" name="!!t_o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" y="2286000"/>
            <a:ext cx="4254500" cy="635000"/>
          </a:xfrm>
          <a:prstGeom prst="rect">
            <a:avLst/>
          </a:prstGeom>
        </p:spPr>
      </p:pic>
      <p:pic>
        <p:nvPicPr>
          <p:cNvPr id="8" name="!!t_ne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5556250"/>
            <a:ext cx="1270000" cy="317500"/>
          </a:xfrm>
          <a:prstGeom prst="rect">
            <a:avLst/>
          </a:prstGeom>
        </p:spPr>
      </p:pic>
      <p:pic>
        <p:nvPicPr>
          <p:cNvPr id="7" name="!!slip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0" y="5334000"/>
            <a:ext cx="698500" cy="508000"/>
          </a:xfrm>
          <a:prstGeom prst="rect">
            <a:avLst/>
          </a:prstGeom>
        </p:spPr>
      </p:pic>
      <p:pic>
        <p:nvPicPr>
          <p:cNvPr id="8" name="!!slip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2250" y="4953000"/>
            <a:ext cx="698500" cy="508000"/>
          </a:xfrm>
          <a:prstGeom prst="rect">
            <a:avLst/>
          </a:prstGeom>
        </p:spPr>
      </p:pic>
      <p:pic>
        <p:nvPicPr>
          <p:cNvPr id="9" name="!!slip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0" y="4572000"/>
            <a:ext cx="698500" cy="508000"/>
          </a:xfrm>
          <a:prstGeom prst="rect">
            <a:avLst/>
          </a:prstGeom>
        </p:spPr>
      </p:pic>
      <p:pic>
        <p:nvPicPr>
          <p:cNvPr id="10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750" y="2286000"/>
            <a:ext cx="4254500" cy="635000"/>
          </a:xfrm>
          <a:prstGeom prst="rect">
            <a:avLst/>
          </a:prstGeom>
        </p:spPr>
      </p:pic>
      <p:pic>
        <p:nvPicPr>
          <p:cNvPr id="11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2" name="!!t_pc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190500"/>
            <a:ext cx="2825750" cy="1047750"/>
          </a:xfrm>
          <a:prstGeom prst="rect">
            <a:avLst/>
          </a:prstGeom>
        </p:spPr>
      </p:pic>
      <p:pic>
        <p:nvPicPr>
          <p:cNvPr id="13" name="!!t_pc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02000" y="1333500"/>
            <a:ext cx="3587750" cy="7937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5842000"/>
            <a:ext cx="11303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3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682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5500" y="1682750"/>
            <a:ext cx="2190750" cy="1238250"/>
          </a:xfrm>
          <a:prstGeom prst="rect">
            <a:avLst/>
          </a:prstGeom>
        </p:spPr>
      </p:pic>
      <p:pic>
        <p:nvPicPr>
          <p:cNvPr id="10" name="!!t_bo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3000" y="1682750"/>
            <a:ext cx="2317750" cy="1238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1682750"/>
            <a:ext cx="2317750" cy="1238250"/>
          </a:xfrm>
          <a:prstGeom prst="rect">
            <a:avLst/>
          </a:prstGeom>
        </p:spPr>
      </p:pic>
      <p:pic>
        <p:nvPicPr>
          <p:cNvPr id="12" name="!!t_newe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0750" y="1111250"/>
            <a:ext cx="3492500" cy="508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921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l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000" y="4597400"/>
            <a:ext cx="3810000" cy="63500"/>
          </a:xfrm>
          <a:prstGeom prst="rect">
            <a:avLst/>
          </a:prstGeom>
        </p:spPr>
      </p:pic>
      <p:pic>
        <p:nvPicPr>
          <p:cNvPr id="7" name="!!ch_lst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3000" y="4660900"/>
            <a:ext cx="63500" cy="127000"/>
          </a:xfrm>
          <a:prstGeom prst="rect">
            <a:avLst/>
          </a:prstGeom>
        </p:spPr>
      </p:pic>
      <p:pic>
        <p:nvPicPr>
          <p:cNvPr id="8" name="!!ch_lstk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4660900"/>
            <a:ext cx="63500" cy="127000"/>
          </a:xfrm>
          <a:prstGeom prst="rect">
            <a:avLst/>
          </a:prstGeom>
        </p:spPr>
      </p:pic>
      <p:pic>
        <p:nvPicPr>
          <p:cNvPr id="9" name="!!ch_lstk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500" y="4660900"/>
            <a:ext cx="63500" cy="1270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3810000" cy="3810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5816600" cy="304800"/>
          </a:xfrm>
          <a:prstGeom prst="rect">
            <a:avLst/>
          </a:prstGeom>
        </p:spPr>
      </p:pic>
      <p:pic>
        <p:nvPicPr>
          <p:cNvPr id="12" name="!!ch_l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51500" y="914400"/>
            <a:ext cx="2705100" cy="3048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2120900"/>
            <a:ext cx="1854200" cy="254000"/>
          </a:xfrm>
          <a:prstGeom prst="rect">
            <a:avLst/>
          </a:prstGeom>
        </p:spPr>
      </p:pic>
      <p:pic>
        <p:nvPicPr>
          <p:cNvPr id="14" name="!!ch_lsb0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1968500"/>
            <a:ext cx="3111500" cy="254000"/>
          </a:xfrm>
          <a:prstGeom prst="rect">
            <a:avLst/>
          </a:prstGeom>
        </p:spPr>
      </p:pic>
      <p:pic>
        <p:nvPicPr>
          <p:cNvPr id="15" name="!!ch_lsb0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2273300"/>
            <a:ext cx="2984500" cy="254000"/>
          </a:xfrm>
          <a:prstGeom prst="rect">
            <a:avLst/>
          </a:prstGeom>
        </p:spPr>
      </p:pic>
      <p:pic>
        <p:nvPicPr>
          <p:cNvPr id="16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2806700"/>
            <a:ext cx="2133600" cy="254000"/>
          </a:xfrm>
          <a:prstGeom prst="rect">
            <a:avLst/>
          </a:prstGeom>
        </p:spPr>
      </p:pic>
      <p:pic>
        <p:nvPicPr>
          <p:cNvPr id="17" name="!!ch_lsb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654300"/>
            <a:ext cx="1143000" cy="254000"/>
          </a:xfrm>
          <a:prstGeom prst="rect">
            <a:avLst/>
          </a:prstGeom>
        </p:spPr>
      </p:pic>
      <p:pic>
        <p:nvPicPr>
          <p:cNvPr id="18" name="!!ch_lsb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3000" y="2959100"/>
            <a:ext cx="1333500" cy="254000"/>
          </a:xfrm>
          <a:prstGeom prst="rect">
            <a:avLst/>
          </a:prstGeom>
        </p:spPr>
      </p:pic>
      <p:pic>
        <p:nvPicPr>
          <p:cNvPr id="19" name="!!t_bot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492500"/>
            <a:ext cx="2082800" cy="304800"/>
          </a:xfrm>
          <a:prstGeom prst="rect">
            <a:avLst/>
          </a:prstGeom>
        </p:spPr>
      </p:pic>
      <p:pic>
        <p:nvPicPr>
          <p:cNvPr id="20" name="!!ch_lsb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3000" y="3340100"/>
            <a:ext cx="698500" cy="254000"/>
          </a:xfrm>
          <a:prstGeom prst="rect">
            <a:avLst/>
          </a:prstGeom>
        </p:spPr>
      </p:pic>
      <p:pic>
        <p:nvPicPr>
          <p:cNvPr id="21" name="!!ch_lsb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83000" y="3644900"/>
            <a:ext cx="698500" cy="254000"/>
          </a:xfrm>
          <a:prstGeom prst="rect">
            <a:avLst/>
          </a:prstGeom>
        </p:spPr>
      </p:pic>
      <p:pic>
        <p:nvPicPr>
          <p:cNvPr id="22" name="!!t_bot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178300"/>
            <a:ext cx="2514600" cy="254000"/>
          </a:xfrm>
          <a:prstGeom prst="rect">
            <a:avLst/>
          </a:prstGeom>
        </p:spPr>
      </p:pic>
      <p:pic>
        <p:nvPicPr>
          <p:cNvPr id="23" name="!!ch_lsb3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4025900"/>
            <a:ext cx="1143000" cy="254000"/>
          </a:xfrm>
          <a:prstGeom prst="rect">
            <a:avLst/>
          </a:prstGeom>
        </p:spPr>
      </p:pic>
      <p:pic>
        <p:nvPicPr>
          <p:cNvPr id="24" name="!!ch_lsb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83000" y="4330700"/>
            <a:ext cx="1079500" cy="254000"/>
          </a:xfrm>
          <a:prstGeom prst="rect">
            <a:avLst/>
          </a:prstGeom>
        </p:spPr>
      </p:pic>
      <p:pic>
        <p:nvPicPr>
          <p:cNvPr id="25" name="!!ch_lstl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594100" y="4876800"/>
            <a:ext cx="152400" cy="254000"/>
          </a:xfrm>
          <a:prstGeom prst="rect">
            <a:avLst/>
          </a:prstGeom>
        </p:spPr>
      </p:pic>
      <p:pic>
        <p:nvPicPr>
          <p:cNvPr id="26" name="!!ch_lstl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410200" y="4876800"/>
            <a:ext cx="330200" cy="254000"/>
          </a:xfrm>
          <a:prstGeom prst="rect">
            <a:avLst/>
          </a:prstGeom>
        </p:spPr>
      </p:pic>
      <p:pic>
        <p:nvPicPr>
          <p:cNvPr id="27" name="!!ch_lstl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264400" y="4876800"/>
            <a:ext cx="431800" cy="254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32385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2514600" cy="304800"/>
          </a:xfrm>
          <a:prstGeom prst="rect">
            <a:avLst/>
          </a:prstGeom>
        </p:spPr>
      </p:pic>
      <p:pic>
        <p:nvPicPr>
          <p:cNvPr id="8" name="!!ch_nflg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914400"/>
            <a:ext cx="2705100" cy="3048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120900"/>
            <a:ext cx="1854200" cy="254000"/>
          </a:xfrm>
          <a:prstGeom prst="rect">
            <a:avLst/>
          </a:prstGeom>
        </p:spPr>
      </p:pic>
      <p:pic>
        <p:nvPicPr>
          <p:cNvPr id="10" name="!!ch_nfb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1968500"/>
            <a:ext cx="3492500" cy="254000"/>
          </a:xfrm>
          <a:prstGeom prst="rect">
            <a:avLst/>
          </a:prstGeom>
        </p:spPr>
      </p:pic>
      <p:pic>
        <p:nvPicPr>
          <p:cNvPr id="11" name="!!ch_nf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7900" y="1968500"/>
            <a:ext cx="457200" cy="254000"/>
          </a:xfrm>
          <a:prstGeom prst="rect">
            <a:avLst/>
          </a:prstGeom>
        </p:spPr>
      </p:pic>
      <p:pic>
        <p:nvPicPr>
          <p:cNvPr id="12" name="!!ch_nfb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2273300"/>
            <a:ext cx="3302000" cy="254000"/>
          </a:xfrm>
          <a:prstGeom prst="rect">
            <a:avLst/>
          </a:prstGeom>
        </p:spPr>
      </p:pic>
      <p:pic>
        <p:nvPicPr>
          <p:cNvPr id="13" name="!!ch_nfv0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37400" y="2273300"/>
            <a:ext cx="482600" cy="25400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136900"/>
            <a:ext cx="2133600" cy="254000"/>
          </a:xfrm>
          <a:prstGeom prst="rect">
            <a:avLst/>
          </a:prstGeom>
        </p:spPr>
      </p:pic>
      <p:pic>
        <p:nvPicPr>
          <p:cNvPr id="15" name="!!ch_nfb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984500"/>
            <a:ext cx="635000" cy="254000"/>
          </a:xfrm>
          <a:prstGeom prst="rect">
            <a:avLst/>
          </a:prstGeom>
        </p:spPr>
      </p:pic>
      <p:pic>
        <p:nvPicPr>
          <p:cNvPr id="16" name="!!ch_nfv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0400" y="2984500"/>
            <a:ext cx="381000" cy="254000"/>
          </a:xfrm>
          <a:prstGeom prst="rect">
            <a:avLst/>
          </a:prstGeom>
        </p:spPr>
      </p:pic>
      <p:pic>
        <p:nvPicPr>
          <p:cNvPr id="17" name="!!ch_nfb1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83000" y="3289300"/>
            <a:ext cx="825500" cy="254000"/>
          </a:xfrm>
          <a:prstGeom prst="rect">
            <a:avLst/>
          </a:prstGeom>
        </p:spPr>
      </p:pic>
      <p:pic>
        <p:nvPicPr>
          <p:cNvPr id="18" name="!!ch_nfv1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0900" y="32893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7" name="!!ch_ds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2082800"/>
            <a:ext cx="965200" cy="254000"/>
          </a:xfrm>
          <a:prstGeom prst="rect">
            <a:avLst/>
          </a:prstGeom>
        </p:spPr>
      </p:pic>
      <p:pic>
        <p:nvPicPr>
          <p:cNvPr id="8" name="!!ch_ds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05000"/>
            <a:ext cx="2349500" cy="571500"/>
          </a:xfrm>
          <a:prstGeom prst="rect">
            <a:avLst/>
          </a:prstGeom>
        </p:spPr>
      </p:pic>
      <p:pic>
        <p:nvPicPr>
          <p:cNvPr id="9" name="!!ch_dsv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1930400"/>
            <a:ext cx="508000" cy="508000"/>
          </a:xfrm>
          <a:prstGeom prst="rect">
            <a:avLst/>
          </a:prstGeom>
        </p:spPr>
      </p:pic>
      <p:pic>
        <p:nvPicPr>
          <p:cNvPr id="10" name="!!ch_ds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4368800"/>
            <a:ext cx="1244600" cy="203200"/>
          </a:xfrm>
          <a:prstGeom prst="rect">
            <a:avLst/>
          </a:prstGeom>
        </p:spPr>
      </p:pic>
      <p:pic>
        <p:nvPicPr>
          <p:cNvPr id="11" name="!!ch_dsb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4191000"/>
            <a:ext cx="825500" cy="571500"/>
          </a:xfrm>
          <a:prstGeom prst="rect">
            <a:avLst/>
          </a:prstGeom>
        </p:spPr>
      </p:pic>
      <p:pic>
        <p:nvPicPr>
          <p:cNvPr id="12" name="!!ch_dsv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7000" y="4216400"/>
            <a:ext cx="355600" cy="5080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7" name="!!ch_ds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2082800"/>
            <a:ext cx="965200" cy="254000"/>
          </a:xfrm>
          <a:prstGeom prst="rect">
            <a:avLst/>
          </a:prstGeom>
        </p:spPr>
      </p:pic>
      <p:pic>
        <p:nvPicPr>
          <p:cNvPr id="8" name="!!ch_ds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05000"/>
            <a:ext cx="2349500" cy="571500"/>
          </a:xfrm>
          <a:prstGeom prst="rect">
            <a:avLst/>
          </a:prstGeom>
        </p:spPr>
      </p:pic>
      <p:pic>
        <p:nvPicPr>
          <p:cNvPr id="9" name="!!ch_dsv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1930400"/>
            <a:ext cx="508000" cy="508000"/>
          </a:xfrm>
          <a:prstGeom prst="rect">
            <a:avLst/>
          </a:prstGeom>
        </p:spPr>
      </p:pic>
      <p:pic>
        <p:nvPicPr>
          <p:cNvPr id="10" name="!!ch_ds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946400"/>
            <a:ext cx="2819400" cy="762000"/>
          </a:xfrm>
          <a:prstGeom prst="rect">
            <a:avLst/>
          </a:prstGeom>
        </p:spPr>
      </p:pic>
      <p:pic>
        <p:nvPicPr>
          <p:cNvPr id="11" name="!!ch_ds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3048000"/>
            <a:ext cx="1651000" cy="571500"/>
          </a:xfrm>
          <a:prstGeom prst="rect">
            <a:avLst/>
          </a:prstGeom>
        </p:spPr>
      </p:pic>
      <p:pic>
        <p:nvPicPr>
          <p:cNvPr id="12" name="!!ch_ds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2500" y="3073400"/>
            <a:ext cx="5588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7600" y="43688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4191000"/>
            <a:ext cx="825500" cy="5715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4216400"/>
            <a:ext cx="355600" cy="508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ds_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2500" y="3111500"/>
            <a:ext cx="3556000" cy="2730500"/>
          </a:xfrm>
          <a:prstGeom prst="rect">
            <a:avLst/>
          </a:prstGeom>
        </p:spPr>
      </p:pic>
      <p:pic>
        <p:nvPicPr>
          <p:cNvPr id="5" name="!!ds_new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4500" y="3111500"/>
            <a:ext cx="3556000" cy="2730500"/>
          </a:xfrm>
          <a:prstGeom prst="rect">
            <a:avLst/>
          </a:prstGeom>
        </p:spPr>
      </p:pic>
      <p:pic>
        <p:nvPicPr>
          <p:cNvPr id="6" name="!!brack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1397000"/>
            <a:ext cx="4762500" cy="444500"/>
          </a:xfrm>
          <a:prstGeom prst="rect">
            <a:avLst/>
          </a:prstGeom>
        </p:spPr>
      </p:pic>
      <p:pic>
        <p:nvPicPr>
          <p:cNvPr id="7" name="!!t_dsnam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5500" y="635000"/>
            <a:ext cx="2952750" cy="635000"/>
          </a:xfrm>
          <a:prstGeom prst="rect">
            <a:avLst/>
          </a:prstGeom>
        </p:spPr>
      </p:pic>
      <p:pic>
        <p:nvPicPr>
          <p:cNvPr id="8" name="!!t_dsru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76500" y="2222500"/>
            <a:ext cx="2698750" cy="635000"/>
          </a:xfrm>
          <a:prstGeom prst="rect">
            <a:avLst/>
          </a:prstGeom>
        </p:spPr>
      </p:pic>
      <p:pic>
        <p:nvPicPr>
          <p:cNvPr id="9" name="!!t_dsru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2222500"/>
            <a:ext cx="18732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524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00" y="4787900"/>
            <a:ext cx="3810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511800" cy="304800"/>
          </a:xfrm>
          <a:prstGeom prst="rect">
            <a:avLst/>
          </a:prstGeom>
        </p:spPr>
      </p:pic>
      <p:pic>
        <p:nvPicPr>
          <p:cNvPr id="9" name="!!ch_ex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778000"/>
            <a:ext cx="4216400" cy="4318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616200"/>
            <a:ext cx="18542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578100"/>
            <a:ext cx="3683000" cy="304800"/>
          </a:xfrm>
          <a:prstGeom prst="rect">
            <a:avLst/>
          </a:prstGeom>
        </p:spPr>
      </p:pic>
      <p:pic>
        <p:nvPicPr>
          <p:cNvPr id="12" name="!!ch_ex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35500" y="2501900"/>
            <a:ext cx="127000" cy="381000"/>
          </a:xfrm>
          <a:prstGeom prst="rect">
            <a:avLst/>
          </a:prstGeom>
        </p:spPr>
      </p:pic>
      <p:pic>
        <p:nvPicPr>
          <p:cNvPr id="13" name="!!ch_ex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7800" y="2616200"/>
            <a:ext cx="533400" cy="2540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200400"/>
            <a:ext cx="2133600" cy="254000"/>
          </a:xfrm>
          <a:prstGeom prst="rect">
            <a:avLst/>
          </a:prstGeom>
        </p:spPr>
      </p:pic>
      <p:pic>
        <p:nvPicPr>
          <p:cNvPr id="15" name="!!ch_ex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3162300"/>
            <a:ext cx="952500" cy="304800"/>
          </a:xfrm>
          <a:prstGeom prst="rect">
            <a:avLst/>
          </a:prstGeom>
        </p:spPr>
      </p:pic>
      <p:pic>
        <p:nvPicPr>
          <p:cNvPr id="16" name="!!ch_ex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086100"/>
            <a:ext cx="127000" cy="3810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7600" y="3784600"/>
            <a:ext cx="2082800" cy="304800"/>
          </a:xfrm>
          <a:prstGeom prst="rect">
            <a:avLst/>
          </a:prstGeom>
        </p:spPr>
      </p:pic>
      <p:pic>
        <p:nvPicPr>
          <p:cNvPr id="18" name="!!ch_ex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7000" y="3746500"/>
            <a:ext cx="1206500" cy="304800"/>
          </a:xfrm>
          <a:prstGeom prst="rect">
            <a:avLst/>
          </a:prstGeom>
        </p:spPr>
      </p:pic>
      <p:pic>
        <p:nvPicPr>
          <p:cNvPr id="19" name="!!ch_exg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670300"/>
            <a:ext cx="127000" cy="381000"/>
          </a:xfrm>
          <a:prstGeom prst="rect">
            <a:avLst/>
          </a:prstGeom>
        </p:spPr>
      </p:pic>
      <p:pic>
        <p:nvPicPr>
          <p:cNvPr id="20" name="!!ch_r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7600" y="4368800"/>
            <a:ext cx="2514600" cy="254000"/>
          </a:xfrm>
          <a:prstGeom prst="rect">
            <a:avLst/>
          </a:prstGeom>
        </p:spPr>
      </p:pic>
      <p:pic>
        <p:nvPicPr>
          <p:cNvPr id="21" name="!!ch_exb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4330700"/>
            <a:ext cx="952500" cy="304800"/>
          </a:xfrm>
          <a:prstGeom prst="rect">
            <a:avLst/>
          </a:prstGeom>
        </p:spPr>
      </p:pic>
      <p:pic>
        <p:nvPicPr>
          <p:cNvPr id="22" name="!!ch_exg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4254500"/>
            <a:ext cx="127000" cy="381000"/>
          </a:xfrm>
          <a:prstGeom prst="rect">
            <a:avLst/>
          </a:prstGeom>
        </p:spPr>
      </p:pic>
      <p:pic>
        <p:nvPicPr>
          <p:cNvPr id="23" name="!!ch_ex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8100" y="4940300"/>
            <a:ext cx="152400" cy="254000"/>
          </a:xfrm>
          <a:prstGeom prst="rect">
            <a:avLst/>
          </a:prstGeom>
        </p:spPr>
      </p:pic>
      <p:pic>
        <p:nvPicPr>
          <p:cNvPr id="24" name="!!ch_ex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64200" y="4940300"/>
            <a:ext cx="330200" cy="254000"/>
          </a:xfrm>
          <a:prstGeom prst="rect">
            <a:avLst/>
          </a:prstGeom>
        </p:spPr>
      </p:pic>
      <p:pic>
        <p:nvPicPr>
          <p:cNvPr id="25" name="!!ch_ex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18400" y="4940300"/>
            <a:ext cx="431800" cy="254000"/>
          </a:xfrm>
          <a:prstGeom prst="rect">
            <a:avLst/>
          </a:prstGeom>
        </p:spPr>
      </p:pic>
      <p:pic>
        <p:nvPicPr>
          <p:cNvPr id="26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00" y="4787900"/>
            <a:ext cx="3810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511800" cy="304800"/>
          </a:xfrm>
          <a:prstGeom prst="rect">
            <a:avLst/>
          </a:prstGeom>
        </p:spPr>
      </p:pic>
      <p:pic>
        <p:nvPicPr>
          <p:cNvPr id="9" name="!!ch_ex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778000"/>
            <a:ext cx="4216400" cy="4318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616200"/>
            <a:ext cx="18542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578100"/>
            <a:ext cx="3683000" cy="304800"/>
          </a:xfrm>
          <a:prstGeom prst="rect">
            <a:avLst/>
          </a:prstGeom>
        </p:spPr>
      </p:pic>
      <p:pic>
        <p:nvPicPr>
          <p:cNvPr id="12" name="!!ch_ex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35500" y="2501900"/>
            <a:ext cx="127000" cy="381000"/>
          </a:xfrm>
          <a:prstGeom prst="rect">
            <a:avLst/>
          </a:prstGeom>
        </p:spPr>
      </p:pic>
      <p:pic>
        <p:nvPicPr>
          <p:cNvPr id="13" name="!!ch_ex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7800" y="2616200"/>
            <a:ext cx="533400" cy="2540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200400"/>
            <a:ext cx="2133600" cy="254000"/>
          </a:xfrm>
          <a:prstGeom prst="rect">
            <a:avLst/>
          </a:prstGeom>
        </p:spPr>
      </p:pic>
      <p:pic>
        <p:nvPicPr>
          <p:cNvPr id="15" name="!!ch_ex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3162300"/>
            <a:ext cx="1016000" cy="304800"/>
          </a:xfrm>
          <a:prstGeom prst="rect">
            <a:avLst/>
          </a:prstGeom>
        </p:spPr>
      </p:pic>
      <p:pic>
        <p:nvPicPr>
          <p:cNvPr id="16" name="!!ch_ex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086100"/>
            <a:ext cx="127000" cy="381000"/>
          </a:xfrm>
          <a:prstGeom prst="rect">
            <a:avLst/>
          </a:prstGeom>
        </p:spPr>
      </p:pic>
      <p:pic>
        <p:nvPicPr>
          <p:cNvPr id="17" name="!!ch_ex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30800" y="3200400"/>
            <a:ext cx="584200" cy="2540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784600"/>
            <a:ext cx="2082800" cy="304800"/>
          </a:xfrm>
          <a:prstGeom prst="rect">
            <a:avLst/>
          </a:prstGeom>
        </p:spPr>
      </p:pic>
      <p:pic>
        <p:nvPicPr>
          <p:cNvPr id="19" name="!!ch_ex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37000" y="3746500"/>
            <a:ext cx="1270000" cy="304800"/>
          </a:xfrm>
          <a:prstGeom prst="rect">
            <a:avLst/>
          </a:prstGeom>
        </p:spPr>
      </p:pic>
      <p:pic>
        <p:nvPicPr>
          <p:cNvPr id="20" name="!!ch_exg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670300"/>
            <a:ext cx="127000" cy="381000"/>
          </a:xfrm>
          <a:prstGeom prst="rect">
            <a:avLst/>
          </a:prstGeom>
        </p:spPr>
      </p:pic>
      <p:pic>
        <p:nvPicPr>
          <p:cNvPr id="21" name="!!ch_ex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4800" y="3784600"/>
            <a:ext cx="584200" cy="2540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368800"/>
            <a:ext cx="2514600" cy="254000"/>
          </a:xfrm>
          <a:prstGeom prst="rect">
            <a:avLst/>
          </a:prstGeom>
        </p:spPr>
      </p:pic>
      <p:pic>
        <p:nvPicPr>
          <p:cNvPr id="23" name="!!ch_exb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7000" y="4330700"/>
            <a:ext cx="1016000" cy="304800"/>
          </a:xfrm>
          <a:prstGeom prst="rect">
            <a:avLst/>
          </a:prstGeom>
        </p:spPr>
      </p:pic>
      <p:pic>
        <p:nvPicPr>
          <p:cNvPr id="24" name="!!ch_exg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4254500"/>
            <a:ext cx="127000" cy="381000"/>
          </a:xfrm>
          <a:prstGeom prst="rect">
            <a:avLst/>
          </a:prstGeom>
        </p:spPr>
      </p:pic>
      <p:pic>
        <p:nvPicPr>
          <p:cNvPr id="25" name="!!ch_exv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30800" y="4368800"/>
            <a:ext cx="584200" cy="254000"/>
          </a:xfrm>
          <a:prstGeom prst="rect">
            <a:avLst/>
          </a:prstGeom>
        </p:spPr>
      </p:pic>
      <p:pic>
        <p:nvPicPr>
          <p:cNvPr id="26" name="!!ch_ext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8100" y="4940300"/>
            <a:ext cx="152400" cy="254000"/>
          </a:xfrm>
          <a:prstGeom prst="rect">
            <a:avLst/>
          </a:prstGeom>
        </p:spPr>
      </p:pic>
      <p:pic>
        <p:nvPicPr>
          <p:cNvPr id="27" name="!!ch_ext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64200" y="4940300"/>
            <a:ext cx="330200" cy="254000"/>
          </a:xfrm>
          <a:prstGeom prst="rect">
            <a:avLst/>
          </a:prstGeom>
        </p:spPr>
      </p:pic>
      <p:pic>
        <p:nvPicPr>
          <p:cNvPr id="28" name="!!ch_ext2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518400" y="4940300"/>
            <a:ext cx="431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85725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5" name="!!doc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1460500"/>
            <a:ext cx="1778000" cy="2222500"/>
          </a:xfrm>
          <a:prstGeom prst="rect">
            <a:avLst/>
          </a:prstGeom>
        </p:spPr>
      </p:pic>
      <p:pic>
        <p:nvPicPr>
          <p:cNvPr id="6" name="!!arr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0" y="2032000"/>
            <a:ext cx="952500" cy="254000"/>
          </a:xfrm>
          <a:prstGeom prst="rect">
            <a:avLst/>
          </a:prstGeom>
        </p:spPr>
      </p:pic>
      <p:pic>
        <p:nvPicPr>
          <p:cNvPr id="7" name="!!arr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0" y="4000500"/>
            <a:ext cx="952500" cy="254000"/>
          </a:xfrm>
          <a:prstGeom prst="rect">
            <a:avLst/>
          </a:prstGeom>
        </p:spPr>
      </p:pic>
      <p:pic>
        <p:nvPicPr>
          <p:cNvPr id="8" name="!!k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1587500"/>
            <a:ext cx="1238250" cy="1238250"/>
          </a:xfrm>
          <a:prstGeom prst="rect">
            <a:avLst/>
          </a:prstGeom>
        </p:spPr>
      </p:pic>
      <p:pic>
        <p:nvPicPr>
          <p:cNvPr id="9" name="!!kdat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4500" y="3619500"/>
            <a:ext cx="952500" cy="1016000"/>
          </a:xfrm>
          <a:prstGeom prst="rect">
            <a:avLst/>
          </a:prstGeom>
        </p:spPr>
      </p:pic>
      <p:pic>
        <p:nvPicPr>
          <p:cNvPr id="10" name="!!ksiz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00" y="4254500"/>
            <a:ext cx="1270000" cy="381000"/>
          </a:xfrm>
          <a:prstGeom prst="rect">
            <a:avLst/>
          </a:prstGeom>
        </p:spPr>
      </p:pic>
      <p:pic>
        <p:nvPicPr>
          <p:cNvPr id="11" name="!!kag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0" y="3619500"/>
            <a:ext cx="1016000" cy="1016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750" y="3810000"/>
            <a:ext cx="1714500" cy="381000"/>
          </a:xfrm>
          <a:prstGeom prst="rect">
            <a:avLst/>
          </a:prstGeom>
        </p:spPr>
      </p:pic>
      <p:pic>
        <p:nvPicPr>
          <p:cNvPr id="14" name="!!t_kge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6750" y="1968500"/>
            <a:ext cx="2254250" cy="381000"/>
          </a:xfrm>
          <a:prstGeom prst="rect">
            <a:avLst/>
          </a:prstGeom>
        </p:spPr>
      </p:pic>
      <p:pic>
        <p:nvPicPr>
          <p:cNvPr id="15" name="!!t_koth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54500" y="4826000"/>
            <a:ext cx="3714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4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5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6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17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18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19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0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1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2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3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4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5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6" name="!!ch_kd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27" name="!!ch_kdg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28" name="!!ch_kdo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29" name="!!ch_kd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0" name="!!ch_kdg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1" name="!!ch_kdo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2" name="!!ch_kdn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33" name="!!ch_kdg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34" name="!!ch_kdo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35" name="!!robot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36" name="!!cue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54000" y="6159500"/>
            <a:ext cx="457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k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5600" y="2197100"/>
            <a:ext cx="20828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10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1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2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3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4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5" name="!!ch_kdv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209800"/>
            <a:ext cx="863600" cy="254000"/>
          </a:xfrm>
          <a:prstGeom prst="rect">
            <a:avLst/>
          </a:prstGeom>
        </p:spPr>
      </p:pic>
      <p:pic>
        <p:nvPicPr>
          <p:cNvPr id="16" name="!!ch_kdv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23100" y="2209800"/>
            <a:ext cx="6350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9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30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31" name="!!ch_kdo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32" name="!!ch_kdn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3" name="!!ch_kdg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4" name="!!ch_kdo6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5" name="!!ch_kd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36" name="!!ch_kdg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37" name="!!ch_kdo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38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8382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8128000" cy="50800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1209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120900"/>
            <a:ext cx="63500" cy="3048000"/>
          </a:xfrm>
          <a:prstGeom prst="rect">
            <a:avLst/>
          </a:prstGeom>
        </p:spPr>
      </p:pic>
      <p:pic>
        <p:nvPicPr>
          <p:cNvPr id="8" name="!!ch_kdhl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6700" y="3721100"/>
            <a:ext cx="2260600" cy="304800"/>
          </a:xfrm>
          <a:prstGeom prst="rect">
            <a:avLst/>
          </a:prstGeom>
        </p:spPr>
      </p:pic>
      <p:pic>
        <p:nvPicPr>
          <p:cNvPr id="9" name="!!ch_kdhl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5900" y="4483100"/>
            <a:ext cx="2362200" cy="304800"/>
          </a:xfrm>
          <a:prstGeom prst="rect">
            <a:avLst/>
          </a:prstGeom>
        </p:spPr>
      </p:pic>
      <p:pic>
        <p:nvPicPr>
          <p:cNvPr id="10" name="!!ch_kdhl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6900" y="4864100"/>
            <a:ext cx="1600200" cy="3048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800100"/>
            <a:ext cx="6286500" cy="457200"/>
          </a:xfrm>
          <a:prstGeom prst="rect">
            <a:avLst/>
          </a:prstGeom>
        </p:spPr>
      </p:pic>
      <p:pic>
        <p:nvPicPr>
          <p:cNvPr id="12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1485900"/>
            <a:ext cx="2628900" cy="457200"/>
          </a:xfrm>
          <a:prstGeom prst="rect">
            <a:avLst/>
          </a:prstGeom>
        </p:spPr>
      </p:pic>
      <p:pic>
        <p:nvPicPr>
          <p:cNvPr id="13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1500" y="1485900"/>
            <a:ext cx="1638300" cy="381000"/>
          </a:xfrm>
          <a:prstGeom prst="rect">
            <a:avLst/>
          </a:prstGeom>
        </p:spPr>
      </p:pic>
      <p:pic>
        <p:nvPicPr>
          <p:cNvPr id="14" name="!!ch_kd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7200" y="2209800"/>
            <a:ext cx="1854200" cy="254000"/>
          </a:xfrm>
          <a:prstGeom prst="rect">
            <a:avLst/>
          </a:prstGeom>
        </p:spPr>
      </p:pic>
      <p:pic>
        <p:nvPicPr>
          <p:cNvPr id="15" name="!!ch_kd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2222500"/>
            <a:ext cx="1460500" cy="254000"/>
          </a:xfrm>
          <a:prstGeom prst="rect">
            <a:avLst/>
          </a:prstGeom>
        </p:spPr>
      </p:pic>
      <p:pic>
        <p:nvPicPr>
          <p:cNvPr id="16" name="!!ch_kd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0" y="2222500"/>
            <a:ext cx="1016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95800" y="2590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7500" y="2603500"/>
            <a:ext cx="762000" cy="2540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94500" y="2603500"/>
            <a:ext cx="152400" cy="2540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14800" y="29718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11500" y="2984500"/>
            <a:ext cx="508000" cy="2540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4500" y="2984500"/>
            <a:ext cx="444500" cy="2540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937000" y="33528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03600" y="3365500"/>
            <a:ext cx="215900" cy="2540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4500" y="3365500"/>
            <a:ext cx="63500" cy="2540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78300" y="37338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441700" y="3746500"/>
            <a:ext cx="177800" cy="2540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94500" y="3746500"/>
            <a:ext cx="381000" cy="254000"/>
          </a:xfrm>
          <a:prstGeom prst="rect">
            <a:avLst/>
          </a:prstGeom>
        </p:spPr>
      </p:pic>
      <p:pic>
        <p:nvPicPr>
          <p:cNvPr id="29" name="!!ch_kdvg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527300" y="3733800"/>
            <a:ext cx="762000" cy="254000"/>
          </a:xfrm>
          <a:prstGeom prst="rect">
            <a:avLst/>
          </a:prstGeom>
        </p:spPr>
      </p:pic>
      <p:pic>
        <p:nvPicPr>
          <p:cNvPr id="30" name="!!ch_kdvo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02500" y="3733800"/>
            <a:ext cx="736600" cy="254000"/>
          </a:xfrm>
          <a:prstGeom prst="rect">
            <a:avLst/>
          </a:prstGeom>
        </p:spPr>
      </p:pic>
      <p:pic>
        <p:nvPicPr>
          <p:cNvPr id="31" name="!!ch_kdn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152900" y="4114800"/>
            <a:ext cx="2082800" cy="304800"/>
          </a:xfrm>
          <a:prstGeom prst="rect">
            <a:avLst/>
          </a:prstGeom>
        </p:spPr>
      </p:pic>
      <p:pic>
        <p:nvPicPr>
          <p:cNvPr id="32" name="!!ch_kdg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581400" y="4127500"/>
            <a:ext cx="38100" cy="254000"/>
          </a:xfrm>
          <a:prstGeom prst="rect">
            <a:avLst/>
          </a:prstGeom>
        </p:spPr>
      </p:pic>
      <p:pic>
        <p:nvPicPr>
          <p:cNvPr id="33" name="!!ch_kdo5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794500" y="4127500"/>
            <a:ext cx="228600" cy="254000"/>
          </a:xfrm>
          <a:prstGeom prst="rect">
            <a:avLst/>
          </a:prstGeom>
        </p:spPr>
      </p:pic>
      <p:pic>
        <p:nvPicPr>
          <p:cNvPr id="34" name="!!ch_kdn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27500" y="4495800"/>
            <a:ext cx="2133600" cy="254000"/>
          </a:xfrm>
          <a:prstGeom prst="rect">
            <a:avLst/>
          </a:prstGeom>
        </p:spPr>
      </p:pic>
      <p:pic>
        <p:nvPicPr>
          <p:cNvPr id="35" name="!!ch_kdg6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81400" y="4508500"/>
            <a:ext cx="38100" cy="254000"/>
          </a:xfrm>
          <a:prstGeom prst="rect">
            <a:avLst/>
          </a:prstGeom>
        </p:spPr>
      </p:pic>
      <p:pic>
        <p:nvPicPr>
          <p:cNvPr id="36" name="!!ch_kdo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94500" y="4508500"/>
            <a:ext cx="444500" cy="254000"/>
          </a:xfrm>
          <a:prstGeom prst="rect">
            <a:avLst/>
          </a:prstGeom>
        </p:spPr>
      </p:pic>
      <p:pic>
        <p:nvPicPr>
          <p:cNvPr id="37" name="!!ch_kdv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692400" y="4495800"/>
            <a:ext cx="736600" cy="254000"/>
          </a:xfrm>
          <a:prstGeom prst="rect">
            <a:avLst/>
          </a:prstGeom>
        </p:spPr>
      </p:pic>
      <p:pic>
        <p:nvPicPr>
          <p:cNvPr id="38" name="!!ch_kdvo6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366000" y="4495800"/>
            <a:ext cx="736600" cy="254000"/>
          </a:xfrm>
          <a:prstGeom prst="rect">
            <a:avLst/>
          </a:prstGeom>
        </p:spPr>
      </p:pic>
      <p:pic>
        <p:nvPicPr>
          <p:cNvPr id="39" name="!!ch_kdn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08500" y="4876800"/>
            <a:ext cx="1371600" cy="304800"/>
          </a:xfrm>
          <a:prstGeom prst="rect">
            <a:avLst/>
          </a:prstGeom>
        </p:spPr>
      </p:pic>
      <p:pic>
        <p:nvPicPr>
          <p:cNvPr id="40" name="!!ch_kdg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81400" y="4889500"/>
            <a:ext cx="38100" cy="254000"/>
          </a:xfrm>
          <a:prstGeom prst="rect">
            <a:avLst/>
          </a:prstGeom>
        </p:spPr>
      </p:pic>
      <p:pic>
        <p:nvPicPr>
          <p:cNvPr id="41" name="!!ch_kdo7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794500" y="4889500"/>
            <a:ext cx="1016000" cy="254000"/>
          </a:xfrm>
          <a:prstGeom prst="rect">
            <a:avLst/>
          </a:prstGeom>
        </p:spPr>
      </p:pic>
      <p:pic>
        <p:nvPicPr>
          <p:cNvPr id="42" name="!!ch_kdv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692400" y="4876800"/>
            <a:ext cx="736600" cy="254000"/>
          </a:xfrm>
          <a:prstGeom prst="rect">
            <a:avLst/>
          </a:prstGeom>
        </p:spPr>
      </p:pic>
      <p:pic>
        <p:nvPicPr>
          <p:cNvPr id="43" name="!!ch_kdvo7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937500" y="4876800"/>
            <a:ext cx="863600" cy="254000"/>
          </a:xfrm>
          <a:prstGeom prst="rect">
            <a:avLst/>
          </a:prstGeom>
        </p:spPr>
      </p:pic>
      <p:pic>
        <p:nvPicPr>
          <p:cNvPr id="44" name="!!robo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45" name="!!cue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5143500"/>
            <a:ext cx="41275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143500"/>
            <a:ext cx="5334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5250" y="1651000"/>
            <a:ext cx="3873500" cy="349250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809750"/>
            <a:ext cx="5080000" cy="333375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5750" y="5270500"/>
            <a:ext cx="3524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5143500"/>
            <a:ext cx="41275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143500"/>
            <a:ext cx="5334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5250" y="1651000"/>
            <a:ext cx="3873500" cy="349250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809750"/>
            <a:ext cx="5080000" cy="333375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5750" y="5270500"/>
            <a:ext cx="3524250" cy="381000"/>
          </a:xfrm>
          <a:prstGeom prst="rect">
            <a:avLst/>
          </a:prstGeom>
        </p:spPr>
      </p:pic>
      <p:pic>
        <p:nvPicPr>
          <p:cNvPr id="9" name="!!t_ly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7250" y="5302250"/>
            <a:ext cx="2857500" cy="317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85725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5" name="!!fac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841500"/>
            <a:ext cx="3556000" cy="1174750"/>
          </a:xfrm>
          <a:prstGeom prst="rect">
            <a:avLst/>
          </a:prstGeom>
        </p:spPr>
      </p:pic>
      <p:pic>
        <p:nvPicPr>
          <p:cNvPr id="6" name="!!compas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4250" y="1397000"/>
            <a:ext cx="2000250" cy="200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8" name="!!t_v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3270250"/>
            <a:ext cx="4318000" cy="381000"/>
          </a:xfrm>
          <a:prstGeom prst="rect">
            <a:avLst/>
          </a:prstGeom>
        </p:spPr>
      </p:pic>
      <p:pic>
        <p:nvPicPr>
          <p:cNvPr id="9" name="!!t_v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8250" y="3651250"/>
            <a:ext cx="4032250" cy="381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750" y="2413000"/>
            <a:ext cx="4127500" cy="3429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2698750"/>
            <a:ext cx="49530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" y="1397000"/>
            <a:ext cx="49530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7" name="!!ch_fcl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1930400" cy="254000"/>
          </a:xfrm>
          <a:prstGeom prst="rect">
            <a:avLst/>
          </a:prstGeom>
        </p:spPr>
      </p:pic>
      <p:pic>
        <p:nvPicPr>
          <p:cNvPr id="8" name="!!ch_fc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2006600"/>
            <a:ext cx="1854200" cy="254000"/>
          </a:xfrm>
          <a:prstGeom prst="rect">
            <a:avLst/>
          </a:prstGeom>
        </p:spPr>
      </p:pic>
      <p:pic>
        <p:nvPicPr>
          <p:cNvPr id="9" name="!!ch_fcb0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1955800"/>
            <a:ext cx="762000" cy="177800"/>
          </a:xfrm>
          <a:prstGeom prst="rect">
            <a:avLst/>
          </a:prstGeom>
        </p:spPr>
      </p:pic>
      <p:pic>
        <p:nvPicPr>
          <p:cNvPr id="10" name="!!ch_f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1930400"/>
            <a:ext cx="177800" cy="254000"/>
          </a:xfrm>
          <a:prstGeom prst="rect">
            <a:avLst/>
          </a:prstGeom>
        </p:spPr>
      </p:pic>
      <p:pic>
        <p:nvPicPr>
          <p:cNvPr id="11" name="!!ch_fcn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2514600"/>
            <a:ext cx="2133600" cy="254000"/>
          </a:xfrm>
          <a:prstGeom prst="rect">
            <a:avLst/>
          </a:prstGeom>
        </p:spPr>
      </p:pic>
      <p:pic>
        <p:nvPicPr>
          <p:cNvPr id="12" name="!!ch_fcb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83000" y="2463800"/>
            <a:ext cx="3048000" cy="177800"/>
          </a:xfrm>
          <a:prstGeom prst="rect">
            <a:avLst/>
          </a:prstGeom>
        </p:spPr>
      </p:pic>
      <p:pic>
        <p:nvPicPr>
          <p:cNvPr id="13" name="!!ch_fcv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0" y="2438400"/>
            <a:ext cx="381000" cy="254000"/>
          </a:xfrm>
          <a:prstGeom prst="rect">
            <a:avLst/>
          </a:prstGeom>
        </p:spPr>
      </p:pic>
      <p:pic>
        <p:nvPicPr>
          <p:cNvPr id="14" name="!!ch_fcn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7600" y="3022600"/>
            <a:ext cx="2082800" cy="304800"/>
          </a:xfrm>
          <a:prstGeom prst="rect">
            <a:avLst/>
          </a:prstGeom>
        </p:spPr>
      </p:pic>
      <p:pic>
        <p:nvPicPr>
          <p:cNvPr id="15" name="!!ch_fcb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3000" y="2971800"/>
            <a:ext cx="571500" cy="177800"/>
          </a:xfrm>
          <a:prstGeom prst="rect">
            <a:avLst/>
          </a:prstGeom>
        </p:spPr>
      </p:pic>
      <p:pic>
        <p:nvPicPr>
          <p:cNvPr id="16" name="!!ch_fcv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81500" y="2946400"/>
            <a:ext cx="177800" cy="254000"/>
          </a:xfrm>
          <a:prstGeom prst="rect">
            <a:avLst/>
          </a:prstGeom>
        </p:spPr>
      </p:pic>
      <p:pic>
        <p:nvPicPr>
          <p:cNvPr id="17" name="!!ch_fcn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600" y="3530600"/>
            <a:ext cx="2108200" cy="254000"/>
          </a:xfrm>
          <a:prstGeom prst="rect">
            <a:avLst/>
          </a:prstGeom>
        </p:spPr>
      </p:pic>
      <p:pic>
        <p:nvPicPr>
          <p:cNvPr id="18" name="!!ch_fcb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3000" y="3479800"/>
            <a:ext cx="1016000" cy="177800"/>
          </a:xfrm>
          <a:prstGeom prst="rect">
            <a:avLst/>
          </a:prstGeom>
        </p:spPr>
      </p:pic>
      <p:pic>
        <p:nvPicPr>
          <p:cNvPr id="19" name="!!ch_fcv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26000" y="3454400"/>
            <a:ext cx="177800" cy="254000"/>
          </a:xfrm>
          <a:prstGeom prst="rect">
            <a:avLst/>
          </a:prstGeom>
        </p:spPr>
      </p:pic>
      <p:pic>
        <p:nvPicPr>
          <p:cNvPr id="20" name="!!ch_fctl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7600" y="4381500"/>
            <a:ext cx="2095500" cy="381000"/>
          </a:xfrm>
          <a:prstGeom prst="rect">
            <a:avLst/>
          </a:prstGeom>
        </p:spPr>
      </p:pic>
      <p:pic>
        <p:nvPicPr>
          <p:cNvPr id="21" name="!!ch_fct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683000" y="4279900"/>
            <a:ext cx="8255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981700" cy="457200"/>
          </a:xfrm>
          <a:prstGeom prst="rect">
            <a:avLst/>
          </a:prstGeom>
        </p:spPr>
      </p:pic>
      <p:pic>
        <p:nvPicPr>
          <p:cNvPr id="7" name="!!ch_fcl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6032500" cy="304800"/>
          </a:xfrm>
          <a:prstGeom prst="rect">
            <a:avLst/>
          </a:prstGeom>
        </p:spPr>
      </p:pic>
      <p:pic>
        <p:nvPicPr>
          <p:cNvPr id="8" name="!!ch_fc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2006600"/>
            <a:ext cx="1854200" cy="254000"/>
          </a:xfrm>
          <a:prstGeom prst="rect">
            <a:avLst/>
          </a:prstGeom>
        </p:spPr>
      </p:pic>
      <p:pic>
        <p:nvPicPr>
          <p:cNvPr id="9" name="!!ch_fcb0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1955800"/>
            <a:ext cx="762000" cy="177800"/>
          </a:xfrm>
          <a:prstGeom prst="rect">
            <a:avLst/>
          </a:prstGeom>
        </p:spPr>
      </p:pic>
      <p:pic>
        <p:nvPicPr>
          <p:cNvPr id="10" name="!!ch_f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1930400"/>
            <a:ext cx="177800" cy="254000"/>
          </a:xfrm>
          <a:prstGeom prst="rect">
            <a:avLst/>
          </a:prstGeom>
        </p:spPr>
      </p:pic>
      <p:pic>
        <p:nvPicPr>
          <p:cNvPr id="11" name="!!ch_fcb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159000"/>
            <a:ext cx="38100" cy="152400"/>
          </a:xfrm>
          <a:prstGeom prst="rect">
            <a:avLst/>
          </a:prstGeom>
        </p:spPr>
      </p:pic>
      <p:pic>
        <p:nvPicPr>
          <p:cNvPr id="12" name="!!ch_fcn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7600" y="2514600"/>
            <a:ext cx="2133600" cy="254000"/>
          </a:xfrm>
          <a:prstGeom prst="rect">
            <a:avLst/>
          </a:prstGeom>
        </p:spPr>
      </p:pic>
      <p:pic>
        <p:nvPicPr>
          <p:cNvPr id="13" name="!!ch_fcb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2463800"/>
            <a:ext cx="3048000" cy="177800"/>
          </a:xfrm>
          <a:prstGeom prst="rect">
            <a:avLst/>
          </a:prstGeom>
        </p:spPr>
      </p:pic>
      <p:pic>
        <p:nvPicPr>
          <p:cNvPr id="14" name="!!ch_f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0" y="2438400"/>
            <a:ext cx="381000" cy="254000"/>
          </a:xfrm>
          <a:prstGeom prst="rect">
            <a:avLst/>
          </a:prstGeom>
        </p:spPr>
      </p:pic>
      <p:pic>
        <p:nvPicPr>
          <p:cNvPr id="15" name="!!ch_fcb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667000"/>
            <a:ext cx="38100" cy="152400"/>
          </a:xfrm>
          <a:prstGeom prst="rect">
            <a:avLst/>
          </a:prstGeom>
        </p:spPr>
      </p:pic>
      <p:pic>
        <p:nvPicPr>
          <p:cNvPr id="16" name="!!ch_fcn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7600" y="3022600"/>
            <a:ext cx="2082800" cy="304800"/>
          </a:xfrm>
          <a:prstGeom prst="rect">
            <a:avLst/>
          </a:prstGeom>
        </p:spPr>
      </p:pic>
      <p:pic>
        <p:nvPicPr>
          <p:cNvPr id="17" name="!!ch_fcb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3000" y="2971800"/>
            <a:ext cx="571500" cy="177800"/>
          </a:xfrm>
          <a:prstGeom prst="rect">
            <a:avLst/>
          </a:prstGeom>
        </p:spPr>
      </p:pic>
      <p:pic>
        <p:nvPicPr>
          <p:cNvPr id="18" name="!!ch_f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2946400"/>
            <a:ext cx="177800" cy="254000"/>
          </a:xfrm>
          <a:prstGeom prst="rect">
            <a:avLst/>
          </a:prstGeom>
        </p:spPr>
      </p:pic>
      <p:pic>
        <p:nvPicPr>
          <p:cNvPr id="19" name="!!ch_fcb2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3175000"/>
            <a:ext cx="38100" cy="152400"/>
          </a:xfrm>
          <a:prstGeom prst="rect">
            <a:avLst/>
          </a:prstGeom>
        </p:spPr>
      </p:pic>
      <p:pic>
        <p:nvPicPr>
          <p:cNvPr id="20" name="!!ch_fc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7600" y="3530600"/>
            <a:ext cx="2108200" cy="254000"/>
          </a:xfrm>
          <a:prstGeom prst="rect">
            <a:avLst/>
          </a:prstGeom>
        </p:spPr>
      </p:pic>
      <p:pic>
        <p:nvPicPr>
          <p:cNvPr id="21" name="!!ch_fcb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83000" y="3479800"/>
            <a:ext cx="1016000" cy="177800"/>
          </a:xfrm>
          <a:prstGeom prst="rect">
            <a:avLst/>
          </a:prstGeom>
        </p:spPr>
      </p:pic>
      <p:pic>
        <p:nvPicPr>
          <p:cNvPr id="22" name="!!ch_f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26000" y="3454400"/>
            <a:ext cx="177800" cy="254000"/>
          </a:xfrm>
          <a:prstGeom prst="rect">
            <a:avLst/>
          </a:prstGeom>
        </p:spPr>
      </p:pic>
      <p:pic>
        <p:nvPicPr>
          <p:cNvPr id="23" name="!!ch_fcb3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3683000"/>
            <a:ext cx="38100" cy="152400"/>
          </a:xfrm>
          <a:prstGeom prst="rect">
            <a:avLst/>
          </a:prstGeom>
        </p:spPr>
      </p:pic>
      <p:pic>
        <p:nvPicPr>
          <p:cNvPr id="24" name="!!ch_fctl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17600" y="4381500"/>
            <a:ext cx="2095500" cy="381000"/>
          </a:xfrm>
          <a:prstGeom prst="rect">
            <a:avLst/>
          </a:prstGeom>
        </p:spPr>
      </p:pic>
      <p:pic>
        <p:nvPicPr>
          <p:cNvPr id="25" name="!!ch_fc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3000" y="4279900"/>
            <a:ext cx="825500" cy="635000"/>
          </a:xfrm>
          <a:prstGeom prst="rect">
            <a:avLst/>
          </a:prstGeom>
        </p:spPr>
      </p:pic>
      <p:pic>
        <p:nvPicPr>
          <p:cNvPr id="26" name="!!ch_fcarr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6500" y="4381500"/>
            <a:ext cx="762000" cy="381000"/>
          </a:xfrm>
          <a:prstGeom prst="rect">
            <a:avLst/>
          </a:prstGeom>
        </p:spPr>
      </p:pic>
      <p:pic>
        <p:nvPicPr>
          <p:cNvPr id="27" name="!!ch_fct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0" y="4279900"/>
            <a:ext cx="381000" cy="635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7437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7112000" cy="304800"/>
          </a:xfrm>
          <a:prstGeom prst="rect">
            <a:avLst/>
          </a:prstGeom>
        </p:spPr>
      </p:pic>
      <p:pic>
        <p:nvPicPr>
          <p:cNvPr id="8" name="!!ch_rcpip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7000" y="2286000"/>
            <a:ext cx="6223000" cy="508000"/>
          </a:xfrm>
          <a:prstGeom prst="rect">
            <a:avLst/>
          </a:prstGeom>
        </p:spPr>
      </p:pic>
      <p:pic>
        <p:nvPicPr>
          <p:cNvPr id="9" name="!!ch_rc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365500"/>
            <a:ext cx="3962400" cy="508000"/>
          </a:xfrm>
          <a:prstGeom prst="rect">
            <a:avLst/>
          </a:prstGeom>
        </p:spPr>
      </p:pic>
      <p:pic>
        <p:nvPicPr>
          <p:cNvPr id="10" name="!!ch_rc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7000" y="4191000"/>
            <a:ext cx="2895600" cy="3048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67437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7112000" cy="304800"/>
          </a:xfrm>
          <a:prstGeom prst="rect">
            <a:avLst/>
          </a:prstGeom>
        </p:spPr>
      </p:pic>
      <p:pic>
        <p:nvPicPr>
          <p:cNvPr id="8" name="!!ch_rcpip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7000" y="2286000"/>
            <a:ext cx="6223000" cy="508000"/>
          </a:xfrm>
          <a:prstGeom prst="rect">
            <a:avLst/>
          </a:prstGeom>
        </p:spPr>
      </p:pic>
      <p:pic>
        <p:nvPicPr>
          <p:cNvPr id="9" name="!!ch_rc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365500"/>
            <a:ext cx="3962400" cy="508000"/>
          </a:xfrm>
          <a:prstGeom prst="rect">
            <a:avLst/>
          </a:prstGeom>
        </p:spPr>
      </p:pic>
      <p:pic>
        <p:nvPicPr>
          <p:cNvPr id="10" name="!!ch_rc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7000" y="4191000"/>
            <a:ext cx="2895600" cy="304800"/>
          </a:xfrm>
          <a:prstGeom prst="rect">
            <a:avLst/>
          </a:prstGeom>
        </p:spPr>
      </p:pic>
      <p:pic>
        <p:nvPicPr>
          <p:cNvPr id="11" name="!!ch_rc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3100" y="1968500"/>
            <a:ext cx="63500" cy="1130300"/>
          </a:xfrm>
          <a:prstGeom prst="rect">
            <a:avLst/>
          </a:prstGeom>
        </p:spPr>
      </p:pic>
      <p:pic>
        <p:nvPicPr>
          <p:cNvPr id="12" name="!!ch_rcg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53000" y="4191000"/>
            <a:ext cx="2540000" cy="3048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750" y="2413000"/>
            <a:ext cx="4127500" cy="3429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3683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397000"/>
            <a:ext cx="49530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2794000"/>
            <a:ext cx="4762500" cy="146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5750" y="2159000"/>
            <a:ext cx="301625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762000"/>
            <a:ext cx="5334000" cy="2032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397000"/>
            <a:ext cx="4953000" cy="120650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0" y="3238500"/>
            <a:ext cx="2000250" cy="2000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159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di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5410200" cy="304800"/>
          </a:xfrm>
          <a:prstGeom prst="rect">
            <a:avLst/>
          </a:prstGeom>
        </p:spPr>
      </p:pic>
      <p:pic>
        <p:nvPicPr>
          <p:cNvPr id="9" name="!!ch_di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0" name="!!ch_di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1" name="!!ch_di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2" name="!!ch_dib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3" name="!!ch_div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4" name="!!ch_di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5" name="!!ch_div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6" name="!!m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7" name="!!ch_div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18" name="!!ch_dil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19" name="!!ch_diar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t_nam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say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500" y="2921000"/>
            <a:ext cx="3238500" cy="1079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079500"/>
            <a:ext cx="6477000" cy="3810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5461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7" name="!!say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500" y="2921000"/>
            <a:ext cx="3238500" cy="1079500"/>
          </a:xfrm>
          <a:prstGeom prst="rect">
            <a:avLst/>
          </a:prstGeom>
        </p:spPr>
      </p:pic>
      <p:pic>
        <p:nvPicPr>
          <p:cNvPr id="8" name="!!say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500" y="4127500"/>
            <a:ext cx="3238500" cy="15557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1500" y="2159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8" name="!!ch_ld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9" name="!!ch_ld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0" name="!!ch_ld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1" name="!!ch_ld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2" name="!!ch_ld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3" name="!!ch_ld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l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3695700"/>
            <a:ext cx="1701800" cy="304800"/>
          </a:xfrm>
          <a:prstGeom prst="rect">
            <a:avLst/>
          </a:prstGeom>
        </p:spPr>
      </p:pic>
      <p:pic>
        <p:nvPicPr>
          <p:cNvPr id="8" name="!!ch_ldh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1900" y="4089400"/>
            <a:ext cx="9652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10" name="!!ch_ld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11" name="!!ch_ld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2" name="!!ch_ld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3" name="!!ch_ld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4" name="!!ch_ld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5" name="!!ch_ld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6" name="!!ch_ld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49800" y="3683000"/>
            <a:ext cx="1524000" cy="647700"/>
          </a:xfrm>
          <a:prstGeom prst="rect">
            <a:avLst/>
          </a:prstGeom>
        </p:spPr>
      </p:pic>
      <p:pic>
        <p:nvPicPr>
          <p:cNvPr id="17" name="!!ch_ld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53000" y="3429000"/>
            <a:ext cx="1143000" cy="63500"/>
          </a:xfrm>
          <a:prstGeom prst="rect">
            <a:avLst/>
          </a:prstGeom>
        </p:spPr>
      </p:pic>
      <p:pic>
        <p:nvPicPr>
          <p:cNvPr id="18" name="!!ch_ld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72100" y="2984500"/>
            <a:ext cx="2794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0" name="!!glyph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53000" y="4413250"/>
            <a:ext cx="1143000" cy="698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ld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492500"/>
            <a:ext cx="6858000" cy="63500"/>
          </a:xfrm>
          <a:prstGeom prst="rect">
            <a:avLst/>
          </a:prstGeom>
        </p:spPr>
      </p:pic>
      <p:pic>
        <p:nvPicPr>
          <p:cNvPr id="7" name="!!ch_l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3695700"/>
            <a:ext cx="1701800" cy="304800"/>
          </a:xfrm>
          <a:prstGeom prst="rect">
            <a:avLst/>
          </a:prstGeom>
        </p:spPr>
      </p:pic>
      <p:pic>
        <p:nvPicPr>
          <p:cNvPr id="8" name="!!ch_ldhl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1900" y="4089400"/>
            <a:ext cx="965200" cy="304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800100"/>
            <a:ext cx="7086600" cy="457200"/>
          </a:xfrm>
          <a:prstGeom prst="rect">
            <a:avLst/>
          </a:prstGeom>
        </p:spPr>
      </p:pic>
      <p:pic>
        <p:nvPicPr>
          <p:cNvPr id="10" name="!!ch_ld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683000"/>
            <a:ext cx="1320800" cy="698500"/>
          </a:xfrm>
          <a:prstGeom prst="rect">
            <a:avLst/>
          </a:prstGeom>
        </p:spPr>
      </p:pic>
      <p:pic>
        <p:nvPicPr>
          <p:cNvPr id="11" name="!!ch_ld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7000" y="3200400"/>
            <a:ext cx="1143000" cy="292100"/>
          </a:xfrm>
          <a:prstGeom prst="rect">
            <a:avLst/>
          </a:prstGeom>
        </p:spPr>
      </p:pic>
      <p:pic>
        <p:nvPicPr>
          <p:cNvPr id="12" name="!!ch_ld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5300" y="2755900"/>
            <a:ext cx="381000" cy="254000"/>
          </a:xfrm>
          <a:prstGeom prst="rect">
            <a:avLst/>
          </a:prstGeom>
        </p:spPr>
      </p:pic>
      <p:pic>
        <p:nvPicPr>
          <p:cNvPr id="13" name="!!ch_ld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5900" y="3683000"/>
            <a:ext cx="1955800" cy="698500"/>
          </a:xfrm>
          <a:prstGeom prst="rect">
            <a:avLst/>
          </a:prstGeom>
        </p:spPr>
      </p:pic>
      <p:pic>
        <p:nvPicPr>
          <p:cNvPr id="14" name="!!ch_ld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75000" y="3175000"/>
            <a:ext cx="1143000" cy="317500"/>
          </a:xfrm>
          <a:prstGeom prst="rect">
            <a:avLst/>
          </a:prstGeom>
        </p:spPr>
      </p:pic>
      <p:pic>
        <p:nvPicPr>
          <p:cNvPr id="15" name="!!ch_ld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17900" y="2730500"/>
            <a:ext cx="431800" cy="254000"/>
          </a:xfrm>
          <a:prstGeom prst="rect">
            <a:avLst/>
          </a:prstGeom>
        </p:spPr>
      </p:pic>
      <p:pic>
        <p:nvPicPr>
          <p:cNvPr id="16" name="!!ch_ld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49800" y="3683000"/>
            <a:ext cx="1524000" cy="647700"/>
          </a:xfrm>
          <a:prstGeom prst="rect">
            <a:avLst/>
          </a:prstGeom>
        </p:spPr>
      </p:pic>
      <p:pic>
        <p:nvPicPr>
          <p:cNvPr id="17" name="!!ch_ld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53000" y="3429000"/>
            <a:ext cx="1143000" cy="63500"/>
          </a:xfrm>
          <a:prstGeom prst="rect">
            <a:avLst/>
          </a:prstGeom>
        </p:spPr>
      </p:pic>
      <p:pic>
        <p:nvPicPr>
          <p:cNvPr id="18" name="!!ch_ld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72100" y="2984500"/>
            <a:ext cx="279400" cy="254000"/>
          </a:xfrm>
          <a:prstGeom prst="rect">
            <a:avLst/>
          </a:prstGeom>
        </p:spPr>
      </p:pic>
      <p:pic>
        <p:nvPicPr>
          <p:cNvPr id="19" name="!!ch_ld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40500" y="3683000"/>
            <a:ext cx="1498600" cy="647700"/>
          </a:xfrm>
          <a:prstGeom prst="rect">
            <a:avLst/>
          </a:prstGeom>
        </p:spPr>
      </p:pic>
      <p:pic>
        <p:nvPicPr>
          <p:cNvPr id="20" name="!!ch_ld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31000" y="2006600"/>
            <a:ext cx="1143000" cy="1485900"/>
          </a:xfrm>
          <a:prstGeom prst="rect">
            <a:avLst/>
          </a:prstGeom>
        </p:spPr>
      </p:pic>
      <p:pic>
        <p:nvPicPr>
          <p:cNvPr id="21" name="!!ch_ldv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38900" y="1562100"/>
            <a:ext cx="1701800" cy="254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23" name="!!glyph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53000" y="4413250"/>
            <a:ext cx="1143000" cy="698500"/>
          </a:xfrm>
          <a:prstGeom prst="rect">
            <a:avLst/>
          </a:prstGeom>
        </p:spPr>
      </p:pic>
      <p:pic>
        <p:nvPicPr>
          <p:cNvPr id="24" name="!!glyph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31000" y="4413250"/>
            <a:ext cx="1143000" cy="698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1270000"/>
            <a:ext cx="5397500" cy="3175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1270000"/>
            <a:ext cx="5397500" cy="31750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500" y="190500"/>
            <a:ext cx="5461000" cy="730250"/>
          </a:xfrm>
          <a:prstGeom prst="rect">
            <a:avLst/>
          </a:prstGeom>
        </p:spPr>
      </p:pic>
      <p:pic>
        <p:nvPicPr>
          <p:cNvPr id="6" name="!!t_read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635500"/>
            <a:ext cx="5175250" cy="635000"/>
          </a:xfrm>
          <a:prstGeom prst="rect">
            <a:avLst/>
          </a:prstGeom>
        </p:spPr>
      </p:pic>
      <p:pic>
        <p:nvPicPr>
          <p:cNvPr id="7" name="!!t_read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1250" y="4635500"/>
            <a:ext cx="3175000" cy="63500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5829300"/>
            <a:ext cx="5715000" cy="228600"/>
          </a:xfrm>
          <a:prstGeom prst="rect">
            <a:avLst/>
          </a:prstGeom>
        </p:spPr>
      </p:pic>
      <p:pic>
        <p:nvPicPr>
          <p:cNvPr id="4" name="!!win_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181100"/>
            <a:ext cx="4038600" cy="3276600"/>
          </a:xfrm>
          <a:prstGeom prst="rect">
            <a:avLst/>
          </a:prstGeom>
        </p:spPr>
      </p:pic>
      <p:pic>
        <p:nvPicPr>
          <p:cNvPr id="5" name="!!qc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943100"/>
            <a:ext cx="3581400" cy="1447800"/>
          </a:xfrm>
          <a:prstGeom prst="rect">
            <a:avLst/>
          </a:prstGeom>
        </p:spPr>
      </p:pic>
      <p:pic>
        <p:nvPicPr>
          <p:cNvPr id="6" name="!!trace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390900"/>
            <a:ext cx="1981200" cy="914400"/>
          </a:xfrm>
          <a:prstGeom prst="rect">
            <a:avLst/>
          </a:prstGeom>
        </p:spPr>
      </p:pic>
      <p:pic>
        <p:nvPicPr>
          <p:cNvPr id="7" name="!!noc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8500" y="3390900"/>
            <a:ext cx="1028700" cy="6858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2552700"/>
            <a:ext cx="4267200" cy="32766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4400" y="1485900"/>
            <a:ext cx="3200400" cy="914400"/>
          </a:xfrm>
          <a:prstGeom prst="rect">
            <a:avLst/>
          </a:prstGeom>
        </p:spPr>
      </p:pic>
      <p:pic>
        <p:nvPicPr>
          <p:cNvPr id="10" name="!!t_unsaid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67600" y="3467100"/>
            <a:ext cx="4533900" cy="8382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03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114300"/>
            <a:ext cx="11684000" cy="56896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619750"/>
            <a:ext cx="11430000" cy="22225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660400"/>
            <a:ext cx="63500" cy="49149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000" y="660400"/>
            <a:ext cx="63500" cy="49149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660400"/>
            <a:ext cx="63500" cy="4914900"/>
          </a:xfrm>
          <a:prstGeom prst="rect">
            <a:avLst/>
          </a:prstGeom>
        </p:spPr>
      </p:pic>
      <p:pic>
        <p:nvPicPr>
          <p:cNvPr id="9" name="!!ch_f2t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3911600" cy="16256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3302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300" y="330200"/>
            <a:ext cx="558800" cy="254000"/>
          </a:xfrm>
          <a:prstGeom prst="rect">
            <a:avLst/>
          </a:prstGeom>
        </p:spPr>
      </p:pic>
      <p:pic>
        <p:nvPicPr>
          <p:cNvPr id="12" name="!!ch_bd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0400" y="2552700"/>
            <a:ext cx="1981200" cy="457200"/>
          </a:xfrm>
          <a:prstGeom prst="rect">
            <a:avLst/>
          </a:prstGeom>
        </p:spPr>
      </p:pic>
      <p:pic>
        <p:nvPicPr>
          <p:cNvPr id="13" name="!!ch_bd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0400" y="3175000"/>
            <a:ext cx="3683000" cy="3048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40400" y="36068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09800" y="7239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36600"/>
            <a:ext cx="5651500" cy="228600"/>
          </a:xfrm>
          <a:prstGeom prst="rect">
            <a:avLst/>
          </a:prstGeom>
        </p:spPr>
      </p:pic>
      <p:pic>
        <p:nvPicPr>
          <p:cNvPr id="17" name="!!ch_f2k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96500" y="698500"/>
            <a:ext cx="304800" cy="2667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67000" y="10287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041400"/>
            <a:ext cx="3111500" cy="228600"/>
          </a:xfrm>
          <a:prstGeom prst="rect">
            <a:avLst/>
          </a:prstGeom>
        </p:spPr>
      </p:pic>
      <p:pic>
        <p:nvPicPr>
          <p:cNvPr id="20" name="!!ch_f2k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6500" y="1003300"/>
            <a:ext cx="304800" cy="266700"/>
          </a:xfrm>
          <a:prstGeom prst="rect">
            <a:avLst/>
          </a:prstGeom>
        </p:spPr>
      </p:pic>
      <p:pic>
        <p:nvPicPr>
          <p:cNvPr id="21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05000" y="1333500"/>
            <a:ext cx="2159000" cy="254000"/>
          </a:xfrm>
          <a:prstGeom prst="rect">
            <a:avLst/>
          </a:prstGeom>
        </p:spPr>
      </p:pic>
      <p:pic>
        <p:nvPicPr>
          <p:cNvPr id="22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346200"/>
            <a:ext cx="2730500" cy="228600"/>
          </a:xfrm>
          <a:prstGeom prst="rect">
            <a:avLst/>
          </a:prstGeom>
        </p:spPr>
      </p:pic>
      <p:pic>
        <p:nvPicPr>
          <p:cNvPr id="23" name="!!ch_f2k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75500" y="1308100"/>
            <a:ext cx="304800" cy="266700"/>
          </a:xfrm>
          <a:prstGeom prst="rect">
            <a:avLst/>
          </a:prstGeom>
        </p:spPr>
      </p:pic>
      <p:pic>
        <p:nvPicPr>
          <p:cNvPr id="24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92400" y="1638300"/>
            <a:ext cx="1371600" cy="304800"/>
          </a:xfrm>
          <a:prstGeom prst="rect">
            <a:avLst/>
          </a:prstGeom>
        </p:spPr>
      </p:pic>
      <p:pic>
        <p:nvPicPr>
          <p:cNvPr id="25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651000"/>
            <a:ext cx="1905000" cy="228600"/>
          </a:xfrm>
          <a:prstGeom prst="rect">
            <a:avLst/>
          </a:prstGeom>
        </p:spPr>
      </p:pic>
      <p:pic>
        <p:nvPicPr>
          <p:cNvPr id="26" name="!!ch_f2k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0000" y="1612900"/>
            <a:ext cx="304800" cy="266700"/>
          </a:xfrm>
          <a:prstGeom prst="rect">
            <a:avLst/>
          </a:prstGeom>
        </p:spPr>
      </p:pic>
      <p:pic>
        <p:nvPicPr>
          <p:cNvPr id="27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32000" y="1943100"/>
            <a:ext cx="2032000" cy="254000"/>
          </a:xfrm>
          <a:prstGeom prst="rect">
            <a:avLst/>
          </a:prstGeom>
        </p:spPr>
      </p:pic>
      <p:pic>
        <p:nvPicPr>
          <p:cNvPr id="28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955800"/>
            <a:ext cx="1333500" cy="228600"/>
          </a:xfrm>
          <a:prstGeom prst="rect">
            <a:avLst/>
          </a:prstGeom>
        </p:spPr>
      </p:pic>
      <p:pic>
        <p:nvPicPr>
          <p:cNvPr id="29" name="!!ch_f2k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78500" y="1917700"/>
            <a:ext cx="304800" cy="266700"/>
          </a:xfrm>
          <a:prstGeom prst="rect">
            <a:avLst/>
          </a:prstGeom>
        </p:spPr>
      </p:pic>
      <p:pic>
        <p:nvPicPr>
          <p:cNvPr id="30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49400" y="2247900"/>
            <a:ext cx="2514600" cy="254000"/>
          </a:xfrm>
          <a:prstGeom prst="rect">
            <a:avLst/>
          </a:prstGeom>
        </p:spPr>
      </p:pic>
      <p:pic>
        <p:nvPicPr>
          <p:cNvPr id="31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260600"/>
            <a:ext cx="889000" cy="228600"/>
          </a:xfrm>
          <a:prstGeom prst="rect">
            <a:avLst/>
          </a:prstGeom>
        </p:spPr>
      </p:pic>
      <p:pic>
        <p:nvPicPr>
          <p:cNvPr id="32" name="!!ch_f2k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0" y="2222500"/>
            <a:ext cx="304800" cy="266700"/>
          </a:xfrm>
          <a:prstGeom prst="rect">
            <a:avLst/>
          </a:prstGeom>
        </p:spPr>
      </p:pic>
      <p:pic>
        <p:nvPicPr>
          <p:cNvPr id="33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30400" y="2552700"/>
            <a:ext cx="2133600" cy="254000"/>
          </a:xfrm>
          <a:prstGeom prst="rect">
            <a:avLst/>
          </a:prstGeom>
        </p:spPr>
      </p:pic>
      <p:pic>
        <p:nvPicPr>
          <p:cNvPr id="34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565400"/>
            <a:ext cx="889000" cy="228600"/>
          </a:xfrm>
          <a:prstGeom prst="rect">
            <a:avLst/>
          </a:prstGeom>
        </p:spPr>
      </p:pic>
      <p:pic>
        <p:nvPicPr>
          <p:cNvPr id="35" name="!!ch_f2k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0" y="2527300"/>
            <a:ext cx="304800" cy="266700"/>
          </a:xfrm>
          <a:prstGeom prst="rect">
            <a:avLst/>
          </a:prstGeom>
        </p:spPr>
      </p:pic>
      <p:pic>
        <p:nvPicPr>
          <p:cNvPr id="36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62200" y="2857500"/>
            <a:ext cx="1701800" cy="254000"/>
          </a:xfrm>
          <a:prstGeom prst="rect">
            <a:avLst/>
          </a:prstGeom>
        </p:spPr>
      </p:pic>
      <p:pic>
        <p:nvPicPr>
          <p:cNvPr id="37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870200"/>
            <a:ext cx="762000" cy="228600"/>
          </a:xfrm>
          <a:prstGeom prst="rect">
            <a:avLst/>
          </a:prstGeom>
        </p:spPr>
      </p:pic>
      <p:pic>
        <p:nvPicPr>
          <p:cNvPr id="38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81200" y="3162300"/>
            <a:ext cx="2082800" cy="304800"/>
          </a:xfrm>
          <a:prstGeom prst="rect">
            <a:avLst/>
          </a:prstGeom>
        </p:spPr>
      </p:pic>
      <p:pic>
        <p:nvPicPr>
          <p:cNvPr id="39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175000"/>
            <a:ext cx="508000" cy="228600"/>
          </a:xfrm>
          <a:prstGeom prst="rect">
            <a:avLst/>
          </a:prstGeom>
        </p:spPr>
      </p:pic>
      <p:pic>
        <p:nvPicPr>
          <p:cNvPr id="40" name="!!ch_f2k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53000" y="3136900"/>
            <a:ext cx="304800" cy="266700"/>
          </a:xfrm>
          <a:prstGeom prst="rect">
            <a:avLst/>
          </a:prstGeom>
        </p:spPr>
      </p:pic>
      <p:pic>
        <p:nvPicPr>
          <p:cNvPr id="41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84400" y="3467100"/>
            <a:ext cx="1879600" cy="254000"/>
          </a:xfrm>
          <a:prstGeom prst="rect">
            <a:avLst/>
          </a:prstGeom>
        </p:spPr>
      </p:pic>
      <p:pic>
        <p:nvPicPr>
          <p:cNvPr id="42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479800"/>
            <a:ext cx="203200" cy="228600"/>
          </a:xfrm>
          <a:prstGeom prst="rect">
            <a:avLst/>
          </a:prstGeom>
        </p:spPr>
      </p:pic>
      <p:pic>
        <p:nvPicPr>
          <p:cNvPr id="43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54200" y="3771900"/>
            <a:ext cx="2209800" cy="254000"/>
          </a:xfrm>
          <a:prstGeom prst="rect">
            <a:avLst/>
          </a:prstGeom>
        </p:spPr>
      </p:pic>
      <p:pic>
        <p:nvPicPr>
          <p:cNvPr id="44" name="!!ch_f2b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3784600"/>
            <a:ext cx="190500" cy="228600"/>
          </a:xfrm>
          <a:prstGeom prst="rect">
            <a:avLst/>
          </a:prstGeom>
        </p:spPr>
      </p:pic>
      <p:pic>
        <p:nvPicPr>
          <p:cNvPr id="45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082800" y="4076700"/>
            <a:ext cx="1981200" cy="304800"/>
          </a:xfrm>
          <a:prstGeom prst="rect">
            <a:avLst/>
          </a:prstGeom>
        </p:spPr>
      </p:pic>
      <p:pic>
        <p:nvPicPr>
          <p:cNvPr id="46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089400"/>
            <a:ext cx="152400" cy="228600"/>
          </a:xfrm>
          <a:prstGeom prst="rect">
            <a:avLst/>
          </a:prstGeom>
        </p:spPr>
      </p:pic>
      <p:pic>
        <p:nvPicPr>
          <p:cNvPr id="47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676400" y="4381500"/>
            <a:ext cx="2387600" cy="304800"/>
          </a:xfrm>
          <a:prstGeom prst="rect">
            <a:avLst/>
          </a:prstGeom>
        </p:spPr>
      </p:pic>
      <p:pic>
        <p:nvPicPr>
          <p:cNvPr id="48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394200"/>
            <a:ext cx="152400" cy="228600"/>
          </a:xfrm>
          <a:prstGeom prst="rect">
            <a:avLst/>
          </a:prstGeom>
        </p:spPr>
      </p:pic>
      <p:pic>
        <p:nvPicPr>
          <p:cNvPr id="49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447800" y="4686300"/>
            <a:ext cx="2616200" cy="304800"/>
          </a:xfrm>
          <a:prstGeom prst="rect">
            <a:avLst/>
          </a:prstGeom>
        </p:spPr>
      </p:pic>
      <p:pic>
        <p:nvPicPr>
          <p:cNvPr id="50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4699000"/>
            <a:ext cx="101600" cy="228600"/>
          </a:xfrm>
          <a:prstGeom prst="rect">
            <a:avLst/>
          </a:prstGeom>
        </p:spPr>
      </p:pic>
      <p:pic>
        <p:nvPicPr>
          <p:cNvPr id="51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803400" y="4991100"/>
            <a:ext cx="2260600" cy="254000"/>
          </a:xfrm>
          <a:prstGeom prst="rect">
            <a:avLst/>
          </a:prstGeom>
        </p:spPr>
      </p:pic>
      <p:pic>
        <p:nvPicPr>
          <p:cNvPr id="52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003800"/>
            <a:ext cx="63500" cy="228600"/>
          </a:xfrm>
          <a:prstGeom prst="rect">
            <a:avLst/>
          </a:prstGeom>
        </p:spPr>
      </p:pic>
      <p:pic>
        <p:nvPicPr>
          <p:cNvPr id="53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27200" y="5295900"/>
            <a:ext cx="2336800" cy="304800"/>
          </a:xfrm>
          <a:prstGeom prst="rect">
            <a:avLst/>
          </a:prstGeom>
        </p:spPr>
      </p:pic>
      <p:pic>
        <p:nvPicPr>
          <p:cNvPr id="54" name="!!ch_f2b15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318000" y="5308600"/>
            <a:ext cx="38100" cy="228600"/>
          </a:xfrm>
          <a:prstGeom prst="rect">
            <a:avLst/>
          </a:prstGeom>
        </p:spPr>
      </p:pic>
      <p:pic>
        <p:nvPicPr>
          <p:cNvPr id="55" name="!!robot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890000" y="3111500"/>
            <a:ext cx="3556000" cy="2730500"/>
          </a:xfrm>
          <a:prstGeom prst="rect">
            <a:avLst/>
          </a:prstGeom>
        </p:spPr>
      </p:pic>
      <p:pic>
        <p:nvPicPr>
          <p:cNvPr id="56" name="!!cue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54000" y="6159500"/>
            <a:ext cx="5048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_tile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_tile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0" name="!!t_tile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ile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500" y="1555750"/>
            <a:ext cx="2286000" cy="2095500"/>
          </a:xfrm>
          <a:prstGeom prst="rect">
            <a:avLst/>
          </a:prstGeom>
        </p:spPr>
      </p:pic>
      <p:pic>
        <p:nvPicPr>
          <p:cNvPr id="10" name="!!t_tile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1" name="!!t_tile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  <p:pic>
        <p:nvPicPr>
          <p:cNvPr id="12" name="!!t_tile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8250" y="3810000"/>
            <a:ext cx="24765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889000"/>
            <a:ext cx="2794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889000"/>
            <a:ext cx="2794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889000"/>
            <a:ext cx="2794000" cy="4508500"/>
          </a:xfrm>
          <a:prstGeom prst="rect">
            <a:avLst/>
          </a:prstGeom>
        </p:spPr>
      </p:pic>
      <p:pic>
        <p:nvPicPr>
          <p:cNvPr id="6" name="!!card_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0500" y="889000"/>
            <a:ext cx="2794000" cy="4508500"/>
          </a:xfrm>
          <a:prstGeom prst="rect">
            <a:avLst/>
          </a:prstGeom>
        </p:spPr>
      </p:pic>
      <p:pic>
        <p:nvPicPr>
          <p:cNvPr id="7" name="!!tile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492250"/>
            <a:ext cx="2286000" cy="2222500"/>
          </a:xfrm>
          <a:prstGeom prst="rect">
            <a:avLst/>
          </a:prstGeom>
        </p:spPr>
      </p:pic>
      <p:pic>
        <p:nvPicPr>
          <p:cNvPr id="8" name="!!tile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1587500"/>
            <a:ext cx="2000250" cy="2000250"/>
          </a:xfrm>
          <a:prstGeom prst="rect">
            <a:avLst/>
          </a:prstGeom>
        </p:spPr>
      </p:pic>
      <p:pic>
        <p:nvPicPr>
          <p:cNvPr id="9" name="!!ti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0" y="1555750"/>
            <a:ext cx="2286000" cy="2095500"/>
          </a:xfrm>
          <a:prstGeom prst="rect">
            <a:avLst/>
          </a:prstGeom>
        </p:spPr>
      </p:pic>
      <p:pic>
        <p:nvPicPr>
          <p:cNvPr id="10" name="!!tile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1555750"/>
            <a:ext cx="2286000" cy="2095500"/>
          </a:xfrm>
          <a:prstGeom prst="rect">
            <a:avLst/>
          </a:prstGeom>
        </p:spPr>
      </p:pic>
      <p:pic>
        <p:nvPicPr>
          <p:cNvPr id="11" name="!!t_tile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000" y="3746500"/>
            <a:ext cx="2413000" cy="1333500"/>
          </a:xfrm>
          <a:prstGeom prst="rect">
            <a:avLst/>
          </a:prstGeom>
        </p:spPr>
      </p:pic>
      <p:pic>
        <p:nvPicPr>
          <p:cNvPr id="12" name="!!t_tile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0750" y="3810000"/>
            <a:ext cx="2349500" cy="1270000"/>
          </a:xfrm>
          <a:prstGeom prst="rect">
            <a:avLst/>
          </a:prstGeom>
        </p:spPr>
      </p:pic>
      <p:pic>
        <p:nvPicPr>
          <p:cNvPr id="13" name="!!t_tile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8250" y="3810000"/>
            <a:ext cx="2476500" cy="1270000"/>
          </a:xfrm>
          <a:prstGeom prst="rect">
            <a:avLst/>
          </a:prstGeom>
        </p:spPr>
      </p:pic>
      <p:pic>
        <p:nvPicPr>
          <p:cNvPr id="14" name="!!t_tile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3810000"/>
            <a:ext cx="2413000" cy="127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952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4000500"/>
            <a:ext cx="317500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98500"/>
            <a:ext cx="3556000" cy="4762500"/>
          </a:xfrm>
          <a:prstGeom prst="rect">
            <a:avLst/>
          </a:prstGeom>
        </p:spPr>
      </p:pic>
      <p:pic>
        <p:nvPicPr>
          <p:cNvPr id="4" name="!!frame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698500"/>
            <a:ext cx="3556000" cy="4762500"/>
          </a:xfrm>
          <a:prstGeom prst="rect">
            <a:avLst/>
          </a:prstGeom>
        </p:spPr>
      </p:pic>
      <p:pic>
        <p:nvPicPr>
          <p:cNvPr id="5" name="!!frame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698500"/>
            <a:ext cx="3556000" cy="4762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750" y="127000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50" y="952500"/>
            <a:ext cx="3556000" cy="2730500"/>
          </a:xfrm>
          <a:prstGeom prst="rect">
            <a:avLst/>
          </a:prstGeom>
        </p:spPr>
      </p:pic>
      <p:pic>
        <p:nvPicPr>
          <p:cNvPr id="8" name="!!lim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3250" y="952500"/>
            <a:ext cx="3556000" cy="2730500"/>
          </a:xfrm>
          <a:prstGeom prst="rect">
            <a:avLst/>
          </a:prstGeom>
        </p:spPr>
      </p:pic>
      <p:pic>
        <p:nvPicPr>
          <p:cNvPr id="9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4000500"/>
            <a:ext cx="2508250" cy="857250"/>
          </a:xfrm>
          <a:prstGeom prst="rect">
            <a:avLst/>
          </a:prstGeom>
        </p:spPr>
      </p:pic>
      <p:pic>
        <p:nvPicPr>
          <p:cNvPr id="10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4000500"/>
            <a:ext cx="3175000" cy="857250"/>
          </a:xfrm>
          <a:prstGeom prst="rect">
            <a:avLst/>
          </a:prstGeom>
        </p:spPr>
      </p:pic>
      <p:pic>
        <p:nvPicPr>
          <p:cNvPr id="11" name="!!t_lim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5500" y="4000500"/>
            <a:ext cx="2889250" cy="7937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842000"/>
            <a:ext cx="1143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3714750"/>
            <a:ext cx="2794000" cy="2127250"/>
          </a:xfrm>
          <a:prstGeom prst="rect">
            <a:avLst/>
          </a:prstGeom>
        </p:spPr>
      </p:pic>
      <p:pic>
        <p:nvPicPr>
          <p:cNvPr id="5" name="!!win_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2667000"/>
            <a:ext cx="3937000" cy="1524000"/>
          </a:xfrm>
          <a:prstGeom prst="rect">
            <a:avLst/>
          </a:prstGeom>
        </p:spPr>
      </p:pic>
      <p:pic>
        <p:nvPicPr>
          <p:cNvPr id="6" name="!!win_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4286250"/>
            <a:ext cx="3937000" cy="1524000"/>
          </a:xfrm>
          <a:prstGeom prst="rect">
            <a:avLst/>
          </a:prstGeom>
        </p:spPr>
      </p:pic>
      <p:pic>
        <p:nvPicPr>
          <p:cNvPr id="7" name="!!q_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" y="3206750"/>
            <a:ext cx="3556000" cy="1206500"/>
          </a:xfrm>
          <a:prstGeom prst="rect">
            <a:avLst/>
          </a:prstGeom>
        </p:spPr>
      </p:pic>
      <p:pic>
        <p:nvPicPr>
          <p:cNvPr id="8" name="!!q_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4826000"/>
            <a:ext cx="3556000" cy="1270000"/>
          </a:xfrm>
          <a:prstGeom prst="rect">
            <a:avLst/>
          </a:prstGeom>
        </p:spPr>
      </p:pic>
      <p:pic>
        <p:nvPicPr>
          <p:cNvPr id="9" name="!!judg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3111500"/>
            <a:ext cx="3556000" cy="27305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3111500"/>
            <a:ext cx="3556000" cy="2730500"/>
          </a:xfrm>
          <a:prstGeom prst="rect">
            <a:avLst/>
          </a:prstGeom>
        </p:spPr>
      </p:pic>
      <p:pic>
        <p:nvPicPr>
          <p:cNvPr id="11" name="!!t_thank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2750" y="508000"/>
            <a:ext cx="6254750" cy="1143000"/>
          </a:xfrm>
          <a:prstGeom prst="rect">
            <a:avLst/>
          </a:prstGeom>
        </p:spPr>
      </p:pic>
      <p:pic>
        <p:nvPicPr>
          <p:cNvPr id="12" name="!!nam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19500" y="1841500"/>
            <a:ext cx="4953000" cy="317500"/>
          </a:xfrm>
          <a:prstGeom prst="rect">
            <a:avLst/>
          </a:prstGeom>
        </p:spPr>
      </p:pic>
      <p:pic>
        <p:nvPicPr>
          <p:cNvPr id="13" name="!!rep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57375" y="2349500"/>
            <a:ext cx="8477250" cy="444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