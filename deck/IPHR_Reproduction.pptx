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mini, Llama and Gemini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mini, Llama and Gemini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chance, since its leans sit close to the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chance, since its leans sit close to the cutoff.</a:t>
            </a:r>
          </a:p>
          <a:p/>
          <a:p>
            <a:r>
              <a:t>NEXT: Still, only one of its twelve flags recurred, which hints at 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Still, only one of its twelve flags recurred, which hints at a change.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by about as much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by about as much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two rankings tend to run opposite.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rankings tend to run opposite.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140.</a:t>
            </a:r>
          </a:p>
          <a:p/>
          <a:p>
            <a:r>
              <a:t>NEXT: Asking for a more western longitude cuts them to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Asking for a more western longitude cuts them to 24.</a:t>
            </a:r>
          </a:p>
          <a:p/>
          <a:p>
            <a:r>
              <a:t>NEXT: A sentence saying that only directly west counts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sentence saying that only directly west counts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Every model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model leans about as strongly as in the paper.</a:t>
            </a:r>
          </a:p>
          <a:p/>
          <a:p>
            <a:r>
              <a:t>NEXT: The flag counts repeat for GPT-4o mini, Llama and Gemini.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 counts repeat for GPT-4o mini, Llama and Gemini.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0.png"/><Relationship Id="rId17" Type="http://schemas.openxmlformats.org/officeDocument/2006/relationships/image" Target="../media/image29.png"/><Relationship Id="rId1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27.png"/><Relationship Id="rId17" Type="http://schemas.openxmlformats.org/officeDocument/2006/relationships/image" Target="../media/image32.png"/><Relationship Id="rId18" Type="http://schemas.openxmlformats.org/officeDocument/2006/relationships/image" Target="../media/image20.png"/><Relationship Id="rId19" Type="http://schemas.openxmlformats.org/officeDocument/2006/relationships/image" Target="../media/image33.png"/><Relationship Id="rId2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6.png"/><Relationship Id="rId20" Type="http://schemas.openxmlformats.org/officeDocument/2006/relationships/image" Target="../media/image20.png"/><Relationship Id="rId21" Type="http://schemas.openxmlformats.org/officeDocument/2006/relationships/image" Target="../media/image37.png"/><Relationship Id="rId2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39.png"/><Relationship Id="rId21" Type="http://schemas.openxmlformats.org/officeDocument/2006/relationships/image" Target="../media/image20.png"/><Relationship Id="rId22" Type="http://schemas.openxmlformats.org/officeDocument/2006/relationships/image" Target="../media/image40.png"/><Relationship Id="rId2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4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42.png"/><Relationship Id="rId21" Type="http://schemas.openxmlformats.org/officeDocument/2006/relationships/image" Target="../media/image43.png"/><Relationship Id="rId2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Relationship Id="rId11" Type="http://schemas.openxmlformats.org/officeDocument/2006/relationships/image" Target="../media/image53.png"/><Relationship Id="rId12" Type="http://schemas.openxmlformats.org/officeDocument/2006/relationships/image" Target="../media/image51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5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66.png"/><Relationship Id="rId16" Type="http://schemas.openxmlformats.org/officeDocument/2006/relationships/image" Target="../media/image67.png"/><Relationship Id="rId17" Type="http://schemas.openxmlformats.org/officeDocument/2006/relationships/image" Target="../media/image68.png"/><Relationship Id="rId1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9.png"/><Relationship Id="rId11" Type="http://schemas.openxmlformats.org/officeDocument/2006/relationships/image" Target="../media/image70.png"/><Relationship Id="rId12" Type="http://schemas.openxmlformats.org/officeDocument/2006/relationships/image" Target="../media/image7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66.png"/><Relationship Id="rId18" Type="http://schemas.openxmlformats.org/officeDocument/2006/relationships/image" Target="../media/image67.png"/><Relationship Id="rId19" Type="http://schemas.openxmlformats.org/officeDocument/2006/relationships/image" Target="../media/image72.png"/><Relationship Id="rId2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80.png"/><Relationship Id="rId13" Type="http://schemas.openxmlformats.org/officeDocument/2006/relationships/image" Target="../media/image81.png"/><Relationship Id="rId14" Type="http://schemas.openxmlformats.org/officeDocument/2006/relationships/image" Target="../media/image82.png"/><Relationship Id="rId15" Type="http://schemas.openxmlformats.org/officeDocument/2006/relationships/image" Target="../media/image83.png"/><Relationship Id="rId16" Type="http://schemas.openxmlformats.org/officeDocument/2006/relationships/image" Target="../media/image84.png"/><Relationship Id="rId17" Type="http://schemas.openxmlformats.org/officeDocument/2006/relationships/image" Target="../media/image85.png"/><Relationship Id="rId18" Type="http://schemas.openxmlformats.org/officeDocument/2006/relationships/image" Target="../media/image86.png"/><Relationship Id="rId19" Type="http://schemas.openxmlformats.org/officeDocument/2006/relationships/image" Target="../media/image87.png"/><Relationship Id="rId20" Type="http://schemas.openxmlformats.org/officeDocument/2006/relationships/image" Target="../media/image88.png"/><Relationship Id="rId21" Type="http://schemas.openxmlformats.org/officeDocument/2006/relationships/image" Target="../media/image89.png"/><Relationship Id="rId22" Type="http://schemas.openxmlformats.org/officeDocument/2006/relationships/image" Target="../media/image90.png"/><Relationship Id="rId23" Type="http://schemas.openxmlformats.org/officeDocument/2006/relationships/image" Target="../media/image91.png"/><Relationship Id="rId24" Type="http://schemas.openxmlformats.org/officeDocument/2006/relationships/image" Target="../media/image92.png"/><Relationship Id="rId25" Type="http://schemas.openxmlformats.org/officeDocument/2006/relationships/image" Target="../media/image93.png"/><Relationship Id="rId26" Type="http://schemas.openxmlformats.org/officeDocument/2006/relationships/image" Target="../media/image94.png"/><Relationship Id="rId27" Type="http://schemas.openxmlformats.org/officeDocument/2006/relationships/image" Target="../media/image95.png"/><Relationship Id="rId28" Type="http://schemas.openxmlformats.org/officeDocument/2006/relationships/image" Target="../media/image65.png"/><Relationship Id="rId2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96.png"/><Relationship Id="rId13" Type="http://schemas.openxmlformats.org/officeDocument/2006/relationships/image" Target="../media/image80.png"/><Relationship Id="rId14" Type="http://schemas.openxmlformats.org/officeDocument/2006/relationships/image" Target="../media/image97.png"/><Relationship Id="rId15" Type="http://schemas.openxmlformats.org/officeDocument/2006/relationships/image" Target="../media/image81.png"/><Relationship Id="rId16" Type="http://schemas.openxmlformats.org/officeDocument/2006/relationships/image" Target="../media/image98.png"/><Relationship Id="rId17" Type="http://schemas.openxmlformats.org/officeDocument/2006/relationships/image" Target="../media/image82.png"/><Relationship Id="rId18" Type="http://schemas.openxmlformats.org/officeDocument/2006/relationships/image" Target="../media/image99.png"/><Relationship Id="rId19" Type="http://schemas.openxmlformats.org/officeDocument/2006/relationships/image" Target="../media/image83.png"/><Relationship Id="rId20" Type="http://schemas.openxmlformats.org/officeDocument/2006/relationships/image" Target="../media/image100.png"/><Relationship Id="rId21" Type="http://schemas.openxmlformats.org/officeDocument/2006/relationships/image" Target="../media/image84.png"/><Relationship Id="rId22" Type="http://schemas.openxmlformats.org/officeDocument/2006/relationships/image" Target="../media/image101.png"/><Relationship Id="rId23" Type="http://schemas.openxmlformats.org/officeDocument/2006/relationships/image" Target="../media/image85.png"/><Relationship Id="rId24" Type="http://schemas.openxmlformats.org/officeDocument/2006/relationships/image" Target="../media/image102.png"/><Relationship Id="rId25" Type="http://schemas.openxmlformats.org/officeDocument/2006/relationships/image" Target="../media/image86.png"/><Relationship Id="rId26" Type="http://schemas.openxmlformats.org/officeDocument/2006/relationships/image" Target="../media/image87.png"/><Relationship Id="rId27" Type="http://schemas.openxmlformats.org/officeDocument/2006/relationships/image" Target="../media/image103.png"/><Relationship Id="rId28" Type="http://schemas.openxmlformats.org/officeDocument/2006/relationships/image" Target="../media/image88.png"/><Relationship Id="rId29" Type="http://schemas.openxmlformats.org/officeDocument/2006/relationships/image" Target="../media/image104.png"/><Relationship Id="rId30" Type="http://schemas.openxmlformats.org/officeDocument/2006/relationships/image" Target="../media/image89.png"/><Relationship Id="rId31" Type="http://schemas.openxmlformats.org/officeDocument/2006/relationships/image" Target="../media/image105.png"/><Relationship Id="rId32" Type="http://schemas.openxmlformats.org/officeDocument/2006/relationships/image" Target="../media/image90.png"/><Relationship Id="rId33" Type="http://schemas.openxmlformats.org/officeDocument/2006/relationships/image" Target="../media/image91.png"/><Relationship Id="rId34" Type="http://schemas.openxmlformats.org/officeDocument/2006/relationships/image" Target="../media/image106.png"/><Relationship Id="rId35" Type="http://schemas.openxmlformats.org/officeDocument/2006/relationships/image" Target="../media/image92.png"/><Relationship Id="rId36" Type="http://schemas.openxmlformats.org/officeDocument/2006/relationships/image" Target="../media/image93.png"/><Relationship Id="rId37" Type="http://schemas.openxmlformats.org/officeDocument/2006/relationships/image" Target="../media/image107.png"/><Relationship Id="rId38" Type="http://schemas.openxmlformats.org/officeDocument/2006/relationships/image" Target="../media/image94.png"/><Relationship Id="rId39" Type="http://schemas.openxmlformats.org/officeDocument/2006/relationships/image" Target="../media/image108.png"/><Relationship Id="rId40" Type="http://schemas.openxmlformats.org/officeDocument/2006/relationships/image" Target="../media/image95.png"/><Relationship Id="rId41" Type="http://schemas.openxmlformats.org/officeDocument/2006/relationships/image" Target="../media/image109.png"/><Relationship Id="rId4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110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96.png"/><Relationship Id="rId14" Type="http://schemas.openxmlformats.org/officeDocument/2006/relationships/image" Target="../media/image80.png"/><Relationship Id="rId15" Type="http://schemas.openxmlformats.org/officeDocument/2006/relationships/image" Target="../media/image97.png"/><Relationship Id="rId16" Type="http://schemas.openxmlformats.org/officeDocument/2006/relationships/image" Target="../media/image111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83.png"/><Relationship Id="rId22" Type="http://schemas.openxmlformats.org/officeDocument/2006/relationships/image" Target="../media/image100.png"/><Relationship Id="rId23" Type="http://schemas.openxmlformats.org/officeDocument/2006/relationships/image" Target="../media/image84.png"/><Relationship Id="rId24" Type="http://schemas.openxmlformats.org/officeDocument/2006/relationships/image" Target="../media/image101.png"/><Relationship Id="rId25" Type="http://schemas.openxmlformats.org/officeDocument/2006/relationships/image" Target="../media/image85.png"/><Relationship Id="rId26" Type="http://schemas.openxmlformats.org/officeDocument/2006/relationships/image" Target="../media/image102.png"/><Relationship Id="rId27" Type="http://schemas.openxmlformats.org/officeDocument/2006/relationships/image" Target="../media/image86.png"/><Relationship Id="rId28" Type="http://schemas.openxmlformats.org/officeDocument/2006/relationships/image" Target="../media/image87.png"/><Relationship Id="rId29" Type="http://schemas.openxmlformats.org/officeDocument/2006/relationships/image" Target="../media/image103.png"/><Relationship Id="rId30" Type="http://schemas.openxmlformats.org/officeDocument/2006/relationships/image" Target="../media/image88.png"/><Relationship Id="rId31" Type="http://schemas.openxmlformats.org/officeDocument/2006/relationships/image" Target="../media/image104.png"/><Relationship Id="rId32" Type="http://schemas.openxmlformats.org/officeDocument/2006/relationships/image" Target="../media/image89.png"/><Relationship Id="rId33" Type="http://schemas.openxmlformats.org/officeDocument/2006/relationships/image" Target="../media/image105.png"/><Relationship Id="rId34" Type="http://schemas.openxmlformats.org/officeDocument/2006/relationships/image" Target="../media/image90.png"/><Relationship Id="rId35" Type="http://schemas.openxmlformats.org/officeDocument/2006/relationships/image" Target="../media/image91.png"/><Relationship Id="rId36" Type="http://schemas.openxmlformats.org/officeDocument/2006/relationships/image" Target="../media/image106.png"/><Relationship Id="rId37" Type="http://schemas.openxmlformats.org/officeDocument/2006/relationships/image" Target="../media/image92.png"/><Relationship Id="rId38" Type="http://schemas.openxmlformats.org/officeDocument/2006/relationships/image" Target="../media/image93.png"/><Relationship Id="rId39" Type="http://schemas.openxmlformats.org/officeDocument/2006/relationships/image" Target="../media/image107.png"/><Relationship Id="rId40" Type="http://schemas.openxmlformats.org/officeDocument/2006/relationships/image" Target="../media/image94.png"/><Relationship Id="rId41" Type="http://schemas.openxmlformats.org/officeDocument/2006/relationships/image" Target="../media/image108.png"/><Relationship Id="rId42" Type="http://schemas.openxmlformats.org/officeDocument/2006/relationships/image" Target="../media/image95.png"/><Relationship Id="rId43" Type="http://schemas.openxmlformats.org/officeDocument/2006/relationships/image" Target="../media/image112.png"/><Relationship Id="rId44" Type="http://schemas.openxmlformats.org/officeDocument/2006/relationships/image" Target="../media/image113.png"/><Relationship Id="rId4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114.png"/><Relationship Id="rId9" Type="http://schemas.openxmlformats.org/officeDocument/2006/relationships/image" Target="../media/image11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79.png"/><Relationship Id="rId14" Type="http://schemas.openxmlformats.org/officeDocument/2006/relationships/image" Target="../media/image96.png"/><Relationship Id="rId15" Type="http://schemas.openxmlformats.org/officeDocument/2006/relationships/image" Target="../media/image80.png"/><Relationship Id="rId16" Type="http://schemas.openxmlformats.org/officeDocument/2006/relationships/image" Target="../media/image97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116.png"/><Relationship Id="rId22" Type="http://schemas.openxmlformats.org/officeDocument/2006/relationships/image" Target="../media/image83.png"/><Relationship Id="rId23" Type="http://schemas.openxmlformats.org/officeDocument/2006/relationships/image" Target="../media/image100.png"/><Relationship Id="rId24" Type="http://schemas.openxmlformats.org/officeDocument/2006/relationships/image" Target="../media/image84.png"/><Relationship Id="rId25" Type="http://schemas.openxmlformats.org/officeDocument/2006/relationships/image" Target="../media/image101.png"/><Relationship Id="rId26" Type="http://schemas.openxmlformats.org/officeDocument/2006/relationships/image" Target="../media/image85.png"/><Relationship Id="rId27" Type="http://schemas.openxmlformats.org/officeDocument/2006/relationships/image" Target="../media/image102.png"/><Relationship Id="rId28" Type="http://schemas.openxmlformats.org/officeDocument/2006/relationships/image" Target="../media/image86.png"/><Relationship Id="rId29" Type="http://schemas.openxmlformats.org/officeDocument/2006/relationships/image" Target="../media/image87.png"/><Relationship Id="rId30" Type="http://schemas.openxmlformats.org/officeDocument/2006/relationships/image" Target="../media/image103.png"/><Relationship Id="rId31" Type="http://schemas.openxmlformats.org/officeDocument/2006/relationships/image" Target="../media/image88.png"/><Relationship Id="rId32" Type="http://schemas.openxmlformats.org/officeDocument/2006/relationships/image" Target="../media/image104.png"/><Relationship Id="rId33" Type="http://schemas.openxmlformats.org/officeDocument/2006/relationships/image" Target="../media/image89.png"/><Relationship Id="rId34" Type="http://schemas.openxmlformats.org/officeDocument/2006/relationships/image" Target="../media/image105.png"/><Relationship Id="rId35" Type="http://schemas.openxmlformats.org/officeDocument/2006/relationships/image" Target="../media/image90.png"/><Relationship Id="rId36" Type="http://schemas.openxmlformats.org/officeDocument/2006/relationships/image" Target="../media/image91.png"/><Relationship Id="rId37" Type="http://schemas.openxmlformats.org/officeDocument/2006/relationships/image" Target="../media/image106.png"/><Relationship Id="rId38" Type="http://schemas.openxmlformats.org/officeDocument/2006/relationships/image" Target="../media/image92.png"/><Relationship Id="rId39" Type="http://schemas.openxmlformats.org/officeDocument/2006/relationships/image" Target="../media/image93.png"/><Relationship Id="rId40" Type="http://schemas.openxmlformats.org/officeDocument/2006/relationships/image" Target="../media/image107.png"/><Relationship Id="rId41" Type="http://schemas.openxmlformats.org/officeDocument/2006/relationships/image" Target="../media/image94.png"/><Relationship Id="rId42" Type="http://schemas.openxmlformats.org/officeDocument/2006/relationships/image" Target="../media/image108.png"/><Relationship Id="rId43" Type="http://schemas.openxmlformats.org/officeDocument/2006/relationships/image" Target="../media/image95.png"/><Relationship Id="rId44" Type="http://schemas.openxmlformats.org/officeDocument/2006/relationships/image" Target="../media/image117.png"/><Relationship Id="rId45" Type="http://schemas.openxmlformats.org/officeDocument/2006/relationships/image" Target="../media/image118.png"/><Relationship Id="rId46" Type="http://schemas.openxmlformats.org/officeDocument/2006/relationships/image" Target="../media/image119.png"/><Relationship Id="rId47" Type="http://schemas.openxmlformats.org/officeDocument/2006/relationships/image" Target="../media/image120.png"/><Relationship Id="rId4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Relationship Id="rId6" Type="http://schemas.openxmlformats.org/officeDocument/2006/relationships/image" Target="../media/image124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34.png"/><Relationship Id="rId8" Type="http://schemas.openxmlformats.org/officeDocument/2006/relationships/image" Target="../media/image135.png"/><Relationship Id="rId9" Type="http://schemas.openxmlformats.org/officeDocument/2006/relationships/image" Target="../media/image136.png"/><Relationship Id="rId10" Type="http://schemas.openxmlformats.org/officeDocument/2006/relationships/image" Target="../media/image137.png"/><Relationship Id="rId11" Type="http://schemas.openxmlformats.org/officeDocument/2006/relationships/image" Target="../media/image138.png"/><Relationship Id="rId12" Type="http://schemas.openxmlformats.org/officeDocument/2006/relationships/image" Target="../media/image139.png"/><Relationship Id="rId13" Type="http://schemas.openxmlformats.org/officeDocument/2006/relationships/image" Target="../media/image140.png"/><Relationship Id="rId14" Type="http://schemas.openxmlformats.org/officeDocument/2006/relationships/image" Target="../media/image141.png"/><Relationship Id="rId15" Type="http://schemas.openxmlformats.org/officeDocument/2006/relationships/image" Target="../media/image142.png"/><Relationship Id="rId16" Type="http://schemas.openxmlformats.org/officeDocument/2006/relationships/image" Target="../media/image143.png"/><Relationship Id="rId17" Type="http://schemas.openxmlformats.org/officeDocument/2006/relationships/image" Target="../media/image144.png"/><Relationship Id="rId18" Type="http://schemas.openxmlformats.org/officeDocument/2006/relationships/image" Target="../media/image145.png"/><Relationship Id="rId19" Type="http://schemas.openxmlformats.org/officeDocument/2006/relationships/image" Target="../media/image146.png"/><Relationship Id="rId20" Type="http://schemas.openxmlformats.org/officeDocument/2006/relationships/image" Target="../media/image147.png"/><Relationship Id="rId21" Type="http://schemas.openxmlformats.org/officeDocument/2006/relationships/image" Target="../media/image148.png"/><Relationship Id="rId22" Type="http://schemas.openxmlformats.org/officeDocument/2006/relationships/image" Target="../media/image149.png"/><Relationship Id="rId23" Type="http://schemas.openxmlformats.org/officeDocument/2006/relationships/image" Target="../media/image150.png"/><Relationship Id="rId24" Type="http://schemas.openxmlformats.org/officeDocument/2006/relationships/image" Target="../media/image151.png"/><Relationship Id="rId25" Type="http://schemas.openxmlformats.org/officeDocument/2006/relationships/image" Target="../media/image152.png"/><Relationship Id="rId26" Type="http://schemas.openxmlformats.org/officeDocument/2006/relationships/image" Target="../media/image153.png"/><Relationship Id="rId27" Type="http://schemas.openxmlformats.org/officeDocument/2006/relationships/image" Target="../media/image154.png"/><Relationship Id="rId28" Type="http://schemas.openxmlformats.org/officeDocument/2006/relationships/image" Target="../media/image155.png"/><Relationship Id="rId29" Type="http://schemas.openxmlformats.org/officeDocument/2006/relationships/image" Target="../media/image156.png"/><Relationship Id="rId30" Type="http://schemas.openxmlformats.org/officeDocument/2006/relationships/image" Target="../media/image157.png"/><Relationship Id="rId31" Type="http://schemas.openxmlformats.org/officeDocument/2006/relationships/image" Target="../media/image158.png"/><Relationship Id="rId32" Type="http://schemas.openxmlformats.org/officeDocument/2006/relationships/image" Target="../media/image159.png"/><Relationship Id="rId33" Type="http://schemas.openxmlformats.org/officeDocument/2006/relationships/image" Target="../media/image160.png"/><Relationship Id="rId34" Type="http://schemas.openxmlformats.org/officeDocument/2006/relationships/image" Target="../media/image161.png"/><Relationship Id="rId35" Type="http://schemas.openxmlformats.org/officeDocument/2006/relationships/image" Target="../media/image53.png"/><Relationship Id="rId36" Type="http://schemas.openxmlformats.org/officeDocument/2006/relationships/image" Target="../media/image162.png"/><Relationship Id="rId3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63.png"/><Relationship Id="rId5" Type="http://schemas.openxmlformats.org/officeDocument/2006/relationships/image" Target="../media/image44.png"/><Relationship Id="rId6" Type="http://schemas.openxmlformats.org/officeDocument/2006/relationships/image" Target="../media/image164.png"/><Relationship Id="rId7" Type="http://schemas.openxmlformats.org/officeDocument/2006/relationships/image" Target="../media/image165.png"/><Relationship Id="rId8" Type="http://schemas.openxmlformats.org/officeDocument/2006/relationships/image" Target="../media/image166.png"/><Relationship Id="rId9" Type="http://schemas.openxmlformats.org/officeDocument/2006/relationships/image" Target="../media/image167.png"/><Relationship Id="rId10" Type="http://schemas.openxmlformats.org/officeDocument/2006/relationships/image" Target="../media/image65.png"/><Relationship Id="rId11" Type="http://schemas.openxmlformats.org/officeDocument/2006/relationships/image" Target="../media/image168.png"/><Relationship Id="rId12" Type="http://schemas.openxmlformats.org/officeDocument/2006/relationships/image" Target="../media/image169.png"/><Relationship Id="rId13" Type="http://schemas.openxmlformats.org/officeDocument/2006/relationships/image" Target="../media/image170.png"/><Relationship Id="rId14" Type="http://schemas.openxmlformats.org/officeDocument/2006/relationships/image" Target="../media/image171.png"/><Relationship Id="rId1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22.png"/><Relationship Id="rId6" Type="http://schemas.openxmlformats.org/officeDocument/2006/relationships/image" Target="../media/image172.png"/><Relationship Id="rId7" Type="http://schemas.openxmlformats.org/officeDocument/2006/relationships/image" Target="../media/image173.png"/><Relationship Id="rId8" Type="http://schemas.openxmlformats.org/officeDocument/2006/relationships/image" Target="../media/image174.png"/><Relationship Id="rId9" Type="http://schemas.openxmlformats.org/officeDocument/2006/relationships/image" Target="../media/image175.png"/><Relationship Id="rId10" Type="http://schemas.openxmlformats.org/officeDocument/2006/relationships/image" Target="../media/image176.png"/><Relationship Id="rId11" Type="http://schemas.openxmlformats.org/officeDocument/2006/relationships/image" Target="../media/image177.png"/><Relationship Id="rId12" Type="http://schemas.openxmlformats.org/officeDocument/2006/relationships/image" Target="../media/image178.png"/><Relationship Id="rId13" Type="http://schemas.openxmlformats.org/officeDocument/2006/relationships/image" Target="../media/image179.png"/><Relationship Id="rId14" Type="http://schemas.openxmlformats.org/officeDocument/2006/relationships/image" Target="../media/image180.png"/><Relationship Id="rId1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22.png"/><Relationship Id="rId6" Type="http://schemas.openxmlformats.org/officeDocument/2006/relationships/image" Target="../media/image181.png"/><Relationship Id="rId7" Type="http://schemas.openxmlformats.org/officeDocument/2006/relationships/image" Target="../media/image174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Relationship Id="rId9" Type="http://schemas.openxmlformats.org/officeDocument/2006/relationships/image" Target="../media/image189.png"/><Relationship Id="rId10" Type="http://schemas.openxmlformats.org/officeDocument/2006/relationships/image" Target="../media/image190.png"/><Relationship Id="rId11" Type="http://schemas.openxmlformats.org/officeDocument/2006/relationships/image" Target="../media/image191.png"/><Relationship Id="rId12" Type="http://schemas.openxmlformats.org/officeDocument/2006/relationships/image" Target="../media/image192.png"/><Relationship Id="rId13" Type="http://schemas.openxmlformats.org/officeDocument/2006/relationships/image" Target="../media/image193.png"/><Relationship Id="rId1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Relationship Id="rId9" Type="http://schemas.openxmlformats.org/officeDocument/2006/relationships/image" Target="../media/image189.png"/><Relationship Id="rId10" Type="http://schemas.openxmlformats.org/officeDocument/2006/relationships/image" Target="../media/image190.png"/><Relationship Id="rId11" Type="http://schemas.openxmlformats.org/officeDocument/2006/relationships/image" Target="../media/image194.png"/><Relationship Id="rId12" Type="http://schemas.openxmlformats.org/officeDocument/2006/relationships/image" Target="../media/image191.png"/><Relationship Id="rId13" Type="http://schemas.openxmlformats.org/officeDocument/2006/relationships/image" Target="../media/image195.png"/><Relationship Id="rId14" Type="http://schemas.openxmlformats.org/officeDocument/2006/relationships/image" Target="../media/image196.png"/><Relationship Id="rId15" Type="http://schemas.openxmlformats.org/officeDocument/2006/relationships/image" Target="../media/image197.png"/><Relationship Id="rId16" Type="http://schemas.openxmlformats.org/officeDocument/2006/relationships/image" Target="../media/image198.png"/><Relationship Id="rId1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Relationship Id="rId6" Type="http://schemas.openxmlformats.org/officeDocument/2006/relationships/image" Target="../media/image173.png"/><Relationship Id="rId7" Type="http://schemas.openxmlformats.org/officeDocument/2006/relationships/image" Target="../media/image201.png"/><Relationship Id="rId8" Type="http://schemas.openxmlformats.org/officeDocument/2006/relationships/image" Target="../media/image202.png"/><Relationship Id="rId9" Type="http://schemas.openxmlformats.org/officeDocument/2006/relationships/image" Target="../media/image203.png"/><Relationship Id="rId10" Type="http://schemas.openxmlformats.org/officeDocument/2006/relationships/image" Target="../media/image204.png"/><Relationship Id="rId11" Type="http://schemas.openxmlformats.org/officeDocument/2006/relationships/image" Target="../media/image205.png"/><Relationship Id="rId12" Type="http://schemas.openxmlformats.org/officeDocument/2006/relationships/image" Target="../media/image206.png"/><Relationship Id="rId1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07.png"/><Relationship Id="rId5" Type="http://schemas.openxmlformats.org/officeDocument/2006/relationships/image" Target="../media/image208.png"/><Relationship Id="rId6" Type="http://schemas.openxmlformats.org/officeDocument/2006/relationships/image" Target="../media/image209.png"/><Relationship Id="rId7" Type="http://schemas.openxmlformats.org/officeDocument/2006/relationships/image" Target="../media/image210.png"/><Relationship Id="rId8" Type="http://schemas.openxmlformats.org/officeDocument/2006/relationships/image" Target="../media/image211.png"/><Relationship Id="rId9" Type="http://schemas.openxmlformats.org/officeDocument/2006/relationships/image" Target="../media/image212.png"/><Relationship Id="rId10" Type="http://schemas.openxmlformats.org/officeDocument/2006/relationships/image" Target="../media/image213.png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07.png"/><Relationship Id="rId5" Type="http://schemas.openxmlformats.org/officeDocument/2006/relationships/image" Target="../media/image208.png"/><Relationship Id="rId6" Type="http://schemas.openxmlformats.org/officeDocument/2006/relationships/image" Target="../media/image214.png"/><Relationship Id="rId7" Type="http://schemas.openxmlformats.org/officeDocument/2006/relationships/image" Target="../media/image210.png"/><Relationship Id="rId8" Type="http://schemas.openxmlformats.org/officeDocument/2006/relationships/image" Target="../media/image215.png"/><Relationship Id="rId9" Type="http://schemas.openxmlformats.org/officeDocument/2006/relationships/image" Target="../media/image211.png"/><Relationship Id="rId10" Type="http://schemas.openxmlformats.org/officeDocument/2006/relationships/image" Target="../media/image212.png"/><Relationship Id="rId11" Type="http://schemas.openxmlformats.org/officeDocument/2006/relationships/image" Target="../media/image216.png"/><Relationship Id="rId12" Type="http://schemas.openxmlformats.org/officeDocument/2006/relationships/image" Target="../media/image217.png"/><Relationship Id="rId13" Type="http://schemas.openxmlformats.org/officeDocument/2006/relationships/image" Target="../media/image218.png"/><Relationship Id="rId1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19.png"/><Relationship Id="rId6" Type="http://schemas.openxmlformats.org/officeDocument/2006/relationships/image" Target="../media/image220.png"/><Relationship Id="rId7" Type="http://schemas.openxmlformats.org/officeDocument/2006/relationships/image" Target="../media/image221.png"/><Relationship Id="rId8" Type="http://schemas.openxmlformats.org/officeDocument/2006/relationships/image" Target="../media/image28.png"/><Relationship Id="rId9" Type="http://schemas.openxmlformats.org/officeDocument/2006/relationships/image" Target="../media/image222.png"/><Relationship Id="rId10" Type="http://schemas.openxmlformats.org/officeDocument/2006/relationships/image" Target="../media/image223.png"/><Relationship Id="rId11" Type="http://schemas.openxmlformats.org/officeDocument/2006/relationships/image" Target="../media/image224.png"/><Relationship Id="rId12" Type="http://schemas.openxmlformats.org/officeDocument/2006/relationships/image" Target="../media/image225.png"/><Relationship Id="rId13" Type="http://schemas.openxmlformats.org/officeDocument/2006/relationships/image" Target="../media/image226.png"/><Relationship Id="rId1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27.png"/><Relationship Id="rId6" Type="http://schemas.openxmlformats.org/officeDocument/2006/relationships/image" Target="../media/image220.png"/><Relationship Id="rId7" Type="http://schemas.openxmlformats.org/officeDocument/2006/relationships/image" Target="../media/image228.png"/><Relationship Id="rId8" Type="http://schemas.openxmlformats.org/officeDocument/2006/relationships/image" Target="../media/image229.png"/><Relationship Id="rId9" Type="http://schemas.openxmlformats.org/officeDocument/2006/relationships/image" Target="../media/image230.png"/><Relationship Id="rId10" Type="http://schemas.openxmlformats.org/officeDocument/2006/relationships/image" Target="../media/image231.png"/><Relationship Id="rId11" Type="http://schemas.openxmlformats.org/officeDocument/2006/relationships/image" Target="../media/image232.png"/><Relationship Id="rId12" Type="http://schemas.openxmlformats.org/officeDocument/2006/relationships/image" Target="../media/image233.png"/><Relationship Id="rId13" Type="http://schemas.openxmlformats.org/officeDocument/2006/relationships/image" Target="../media/image222.png"/><Relationship Id="rId14" Type="http://schemas.openxmlformats.org/officeDocument/2006/relationships/image" Target="../media/image223.png"/><Relationship Id="rId15" Type="http://schemas.openxmlformats.org/officeDocument/2006/relationships/image" Target="../media/image224.png"/><Relationship Id="rId16" Type="http://schemas.openxmlformats.org/officeDocument/2006/relationships/image" Target="../media/image225.png"/><Relationship Id="rId17" Type="http://schemas.openxmlformats.org/officeDocument/2006/relationships/image" Target="../media/image234.png"/><Relationship Id="rId18" Type="http://schemas.openxmlformats.org/officeDocument/2006/relationships/image" Target="../media/image235.png"/><Relationship Id="rId19" Type="http://schemas.openxmlformats.org/officeDocument/2006/relationships/image" Target="../media/image236.png"/><Relationship Id="rId20" Type="http://schemas.openxmlformats.org/officeDocument/2006/relationships/image" Target="../media/image237.png"/><Relationship Id="rId2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38.png"/><Relationship Id="rId6" Type="http://schemas.openxmlformats.org/officeDocument/2006/relationships/image" Target="../media/image220.png"/><Relationship Id="rId7" Type="http://schemas.openxmlformats.org/officeDocument/2006/relationships/image" Target="../media/image229.png"/><Relationship Id="rId8" Type="http://schemas.openxmlformats.org/officeDocument/2006/relationships/image" Target="../media/image239.png"/><Relationship Id="rId9" Type="http://schemas.openxmlformats.org/officeDocument/2006/relationships/image" Target="../media/image240.png"/><Relationship Id="rId10" Type="http://schemas.openxmlformats.org/officeDocument/2006/relationships/image" Target="../media/image241.png"/><Relationship Id="rId11" Type="http://schemas.openxmlformats.org/officeDocument/2006/relationships/image" Target="../media/image222.png"/><Relationship Id="rId12" Type="http://schemas.openxmlformats.org/officeDocument/2006/relationships/image" Target="../media/image223.png"/><Relationship Id="rId13" Type="http://schemas.openxmlformats.org/officeDocument/2006/relationships/image" Target="../media/image225.png"/><Relationship Id="rId14" Type="http://schemas.openxmlformats.org/officeDocument/2006/relationships/image" Target="../media/image242.png"/><Relationship Id="rId15" Type="http://schemas.openxmlformats.org/officeDocument/2006/relationships/image" Target="../media/image235.png"/><Relationship Id="rId16" Type="http://schemas.openxmlformats.org/officeDocument/2006/relationships/image" Target="../media/image236.png"/><Relationship Id="rId17" Type="http://schemas.openxmlformats.org/officeDocument/2006/relationships/image" Target="../media/image243.png"/><Relationship Id="rId1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4.png"/><Relationship Id="rId6" Type="http://schemas.openxmlformats.org/officeDocument/2006/relationships/image" Target="../media/image245.png"/><Relationship Id="rId7" Type="http://schemas.openxmlformats.org/officeDocument/2006/relationships/image" Target="../media/image246.png"/><Relationship Id="rId8" Type="http://schemas.openxmlformats.org/officeDocument/2006/relationships/image" Target="../media/image247.png"/><Relationship Id="rId9" Type="http://schemas.openxmlformats.org/officeDocument/2006/relationships/image" Target="../media/image248.png"/><Relationship Id="rId10" Type="http://schemas.openxmlformats.org/officeDocument/2006/relationships/image" Target="../media/image249.png"/><Relationship Id="rId11" Type="http://schemas.openxmlformats.org/officeDocument/2006/relationships/image" Target="../media/image250.png"/><Relationship Id="rId12" Type="http://schemas.openxmlformats.org/officeDocument/2006/relationships/image" Target="../media/image251.png"/><Relationship Id="rId13" Type="http://schemas.openxmlformats.org/officeDocument/2006/relationships/image" Target="../media/image252.png"/><Relationship Id="rId14" Type="http://schemas.openxmlformats.org/officeDocument/2006/relationships/image" Target="../media/image253.png"/><Relationship Id="rId15" Type="http://schemas.openxmlformats.org/officeDocument/2006/relationships/image" Target="../media/image254.png"/><Relationship Id="rId16" Type="http://schemas.openxmlformats.org/officeDocument/2006/relationships/image" Target="../media/image255.png"/><Relationship Id="rId17" Type="http://schemas.openxmlformats.org/officeDocument/2006/relationships/image" Target="../media/image256.png"/><Relationship Id="rId18" Type="http://schemas.openxmlformats.org/officeDocument/2006/relationships/image" Target="../media/image257.png"/><Relationship Id="rId19" Type="http://schemas.openxmlformats.org/officeDocument/2006/relationships/image" Target="../media/image258.png"/><Relationship Id="rId20" Type="http://schemas.openxmlformats.org/officeDocument/2006/relationships/image" Target="../media/image259.png"/><Relationship Id="rId21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4.png"/><Relationship Id="rId6" Type="http://schemas.openxmlformats.org/officeDocument/2006/relationships/image" Target="../media/image245.png"/><Relationship Id="rId7" Type="http://schemas.openxmlformats.org/officeDocument/2006/relationships/image" Target="../media/image246.png"/><Relationship Id="rId8" Type="http://schemas.openxmlformats.org/officeDocument/2006/relationships/image" Target="../media/image247.png"/><Relationship Id="rId9" Type="http://schemas.openxmlformats.org/officeDocument/2006/relationships/image" Target="../media/image248.png"/><Relationship Id="rId10" Type="http://schemas.openxmlformats.org/officeDocument/2006/relationships/image" Target="../media/image260.png"/><Relationship Id="rId11" Type="http://schemas.openxmlformats.org/officeDocument/2006/relationships/image" Target="../media/image249.png"/><Relationship Id="rId12" Type="http://schemas.openxmlformats.org/officeDocument/2006/relationships/image" Target="../media/image250.png"/><Relationship Id="rId13" Type="http://schemas.openxmlformats.org/officeDocument/2006/relationships/image" Target="../media/image251.png"/><Relationship Id="rId14" Type="http://schemas.openxmlformats.org/officeDocument/2006/relationships/image" Target="../media/image261.png"/><Relationship Id="rId15" Type="http://schemas.openxmlformats.org/officeDocument/2006/relationships/image" Target="../media/image262.png"/><Relationship Id="rId16" Type="http://schemas.openxmlformats.org/officeDocument/2006/relationships/image" Target="../media/image263.png"/><Relationship Id="rId17" Type="http://schemas.openxmlformats.org/officeDocument/2006/relationships/image" Target="../media/image252.png"/><Relationship Id="rId18" Type="http://schemas.openxmlformats.org/officeDocument/2006/relationships/image" Target="../media/image253.png"/><Relationship Id="rId19" Type="http://schemas.openxmlformats.org/officeDocument/2006/relationships/image" Target="../media/image254.png"/><Relationship Id="rId20" Type="http://schemas.openxmlformats.org/officeDocument/2006/relationships/image" Target="../media/image255.png"/><Relationship Id="rId21" Type="http://schemas.openxmlformats.org/officeDocument/2006/relationships/image" Target="../media/image256.png"/><Relationship Id="rId22" Type="http://schemas.openxmlformats.org/officeDocument/2006/relationships/image" Target="../media/image257.png"/><Relationship Id="rId23" Type="http://schemas.openxmlformats.org/officeDocument/2006/relationships/image" Target="../media/image264.png"/><Relationship Id="rId24" Type="http://schemas.openxmlformats.org/officeDocument/2006/relationships/image" Target="../media/image265.png"/><Relationship Id="rId25" Type="http://schemas.openxmlformats.org/officeDocument/2006/relationships/image" Target="../media/image266.png"/><Relationship Id="rId2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4.png"/><Relationship Id="rId6" Type="http://schemas.openxmlformats.org/officeDocument/2006/relationships/image" Target="../media/image245.png"/><Relationship Id="rId7" Type="http://schemas.openxmlformats.org/officeDocument/2006/relationships/image" Target="../media/image267.png"/><Relationship Id="rId8" Type="http://schemas.openxmlformats.org/officeDocument/2006/relationships/image" Target="../media/image247.png"/><Relationship Id="rId9" Type="http://schemas.openxmlformats.org/officeDocument/2006/relationships/image" Target="../media/image248.png"/><Relationship Id="rId10" Type="http://schemas.openxmlformats.org/officeDocument/2006/relationships/image" Target="../media/image260.png"/><Relationship Id="rId11" Type="http://schemas.openxmlformats.org/officeDocument/2006/relationships/image" Target="../media/image268.png"/><Relationship Id="rId12" Type="http://schemas.openxmlformats.org/officeDocument/2006/relationships/image" Target="../media/image269.png"/><Relationship Id="rId13" Type="http://schemas.openxmlformats.org/officeDocument/2006/relationships/image" Target="../media/image270.png"/><Relationship Id="rId14" Type="http://schemas.openxmlformats.org/officeDocument/2006/relationships/image" Target="../media/image271.png"/><Relationship Id="rId15" Type="http://schemas.openxmlformats.org/officeDocument/2006/relationships/image" Target="../media/image272.png"/><Relationship Id="rId16" Type="http://schemas.openxmlformats.org/officeDocument/2006/relationships/image" Target="../media/image273.png"/><Relationship Id="rId17" Type="http://schemas.openxmlformats.org/officeDocument/2006/relationships/image" Target="../media/image274.png"/><Relationship Id="rId18" Type="http://schemas.openxmlformats.org/officeDocument/2006/relationships/image" Target="../media/image275.png"/><Relationship Id="rId19" Type="http://schemas.openxmlformats.org/officeDocument/2006/relationships/image" Target="../media/image276.png"/><Relationship Id="rId20" Type="http://schemas.openxmlformats.org/officeDocument/2006/relationships/image" Target="../media/image277.png"/><Relationship Id="rId21" Type="http://schemas.openxmlformats.org/officeDocument/2006/relationships/image" Target="../media/image278.png"/><Relationship Id="rId22" Type="http://schemas.openxmlformats.org/officeDocument/2006/relationships/image" Target="../media/image255.png"/><Relationship Id="rId23" Type="http://schemas.openxmlformats.org/officeDocument/2006/relationships/image" Target="../media/image256.png"/><Relationship Id="rId24" Type="http://schemas.openxmlformats.org/officeDocument/2006/relationships/image" Target="../media/image257.png"/><Relationship Id="rId25" Type="http://schemas.openxmlformats.org/officeDocument/2006/relationships/image" Target="../media/image279.png"/><Relationship Id="rId26" Type="http://schemas.openxmlformats.org/officeDocument/2006/relationships/image" Target="../media/image280.png"/><Relationship Id="rId27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4.png"/><Relationship Id="rId6" Type="http://schemas.openxmlformats.org/officeDocument/2006/relationships/image" Target="../media/image245.png"/><Relationship Id="rId7" Type="http://schemas.openxmlformats.org/officeDocument/2006/relationships/image" Target="../media/image248.png"/><Relationship Id="rId8" Type="http://schemas.openxmlformats.org/officeDocument/2006/relationships/image" Target="../media/image281.png"/><Relationship Id="rId9" Type="http://schemas.openxmlformats.org/officeDocument/2006/relationships/image" Target="../media/image282.png"/><Relationship Id="rId10" Type="http://schemas.openxmlformats.org/officeDocument/2006/relationships/image" Target="../media/image283.png"/><Relationship Id="rId11" Type="http://schemas.openxmlformats.org/officeDocument/2006/relationships/image" Target="../media/image284.png"/><Relationship Id="rId12" Type="http://schemas.openxmlformats.org/officeDocument/2006/relationships/image" Target="../media/image285.png"/><Relationship Id="rId13" Type="http://schemas.openxmlformats.org/officeDocument/2006/relationships/image" Target="../media/image286.png"/><Relationship Id="rId1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87.png"/><Relationship Id="rId5" Type="http://schemas.openxmlformats.org/officeDocument/2006/relationships/image" Target="../media/image44.png"/><Relationship Id="rId6" Type="http://schemas.openxmlformats.org/officeDocument/2006/relationships/image" Target="../media/image288.png"/><Relationship Id="rId7" Type="http://schemas.openxmlformats.org/officeDocument/2006/relationships/image" Target="../media/image289.png"/><Relationship Id="rId8" Type="http://schemas.openxmlformats.org/officeDocument/2006/relationships/image" Target="../media/image290.png"/><Relationship Id="rId9" Type="http://schemas.openxmlformats.org/officeDocument/2006/relationships/image" Target="../media/image291.png"/><Relationship Id="rId10" Type="http://schemas.openxmlformats.org/officeDocument/2006/relationships/image" Target="../media/image292.png"/><Relationship Id="rId11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87.png"/><Relationship Id="rId5" Type="http://schemas.openxmlformats.org/officeDocument/2006/relationships/image" Target="../media/image44.png"/><Relationship Id="rId6" Type="http://schemas.openxmlformats.org/officeDocument/2006/relationships/image" Target="../media/image288.png"/><Relationship Id="rId7" Type="http://schemas.openxmlformats.org/officeDocument/2006/relationships/image" Target="../media/image293.png"/><Relationship Id="rId8" Type="http://schemas.openxmlformats.org/officeDocument/2006/relationships/image" Target="../media/image294.png"/><Relationship Id="rId9" Type="http://schemas.openxmlformats.org/officeDocument/2006/relationships/image" Target="../media/image291.png"/><Relationship Id="rId10" Type="http://schemas.openxmlformats.org/officeDocument/2006/relationships/image" Target="../media/image295.png"/><Relationship Id="rId1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96.png"/><Relationship Id="rId6" Type="http://schemas.openxmlformats.org/officeDocument/2006/relationships/image" Target="../media/image297.png"/><Relationship Id="rId7" Type="http://schemas.openxmlformats.org/officeDocument/2006/relationships/image" Target="../media/image298.png"/><Relationship Id="rId8" Type="http://schemas.openxmlformats.org/officeDocument/2006/relationships/image" Target="../media/image299.png"/><Relationship Id="rId9" Type="http://schemas.openxmlformats.org/officeDocument/2006/relationships/image" Target="../media/image300.png"/><Relationship Id="rId10" Type="http://schemas.openxmlformats.org/officeDocument/2006/relationships/image" Target="../media/image301.png"/><Relationship Id="rId11" Type="http://schemas.openxmlformats.org/officeDocument/2006/relationships/image" Target="../media/image302.png"/><Relationship Id="rId12" Type="http://schemas.openxmlformats.org/officeDocument/2006/relationships/image" Target="../media/image303.png"/><Relationship Id="rId13" Type="http://schemas.openxmlformats.org/officeDocument/2006/relationships/image" Target="../media/image304.png"/><Relationship Id="rId14" Type="http://schemas.openxmlformats.org/officeDocument/2006/relationships/image" Target="../media/image305.png"/><Relationship Id="rId15" Type="http://schemas.openxmlformats.org/officeDocument/2006/relationships/image" Target="../media/image255.png"/><Relationship Id="rId16" Type="http://schemas.openxmlformats.org/officeDocument/2006/relationships/image" Target="../media/image306.png"/><Relationship Id="rId17" Type="http://schemas.openxmlformats.org/officeDocument/2006/relationships/image" Target="../media/image307.png"/><Relationship Id="rId18" Type="http://schemas.openxmlformats.org/officeDocument/2006/relationships/image" Target="../media/image308.png"/><Relationship Id="rId19" Type="http://schemas.openxmlformats.org/officeDocument/2006/relationships/image" Target="../media/image309.png"/><Relationship Id="rId20" Type="http://schemas.openxmlformats.org/officeDocument/2006/relationships/image" Target="../media/image294.png"/><Relationship Id="rId21" Type="http://schemas.openxmlformats.org/officeDocument/2006/relationships/image" Target="../media/image310.png"/><Relationship Id="rId2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96.png"/><Relationship Id="rId6" Type="http://schemas.openxmlformats.org/officeDocument/2006/relationships/image" Target="../media/image297.png"/><Relationship Id="rId7" Type="http://schemas.openxmlformats.org/officeDocument/2006/relationships/image" Target="../media/image298.png"/><Relationship Id="rId8" Type="http://schemas.openxmlformats.org/officeDocument/2006/relationships/image" Target="../media/image299.png"/><Relationship Id="rId9" Type="http://schemas.openxmlformats.org/officeDocument/2006/relationships/image" Target="../media/image300.png"/><Relationship Id="rId10" Type="http://schemas.openxmlformats.org/officeDocument/2006/relationships/image" Target="../media/image301.png"/><Relationship Id="rId11" Type="http://schemas.openxmlformats.org/officeDocument/2006/relationships/image" Target="../media/image302.png"/><Relationship Id="rId12" Type="http://schemas.openxmlformats.org/officeDocument/2006/relationships/image" Target="../media/image303.png"/><Relationship Id="rId13" Type="http://schemas.openxmlformats.org/officeDocument/2006/relationships/image" Target="../media/image304.png"/><Relationship Id="rId14" Type="http://schemas.openxmlformats.org/officeDocument/2006/relationships/image" Target="../media/image305.png"/><Relationship Id="rId15" Type="http://schemas.openxmlformats.org/officeDocument/2006/relationships/image" Target="../media/image311.png"/><Relationship Id="rId16" Type="http://schemas.openxmlformats.org/officeDocument/2006/relationships/image" Target="../media/image312.png"/><Relationship Id="rId17" Type="http://schemas.openxmlformats.org/officeDocument/2006/relationships/image" Target="../media/image313.png"/><Relationship Id="rId18" Type="http://schemas.openxmlformats.org/officeDocument/2006/relationships/image" Target="../media/image314.png"/><Relationship Id="rId19" Type="http://schemas.openxmlformats.org/officeDocument/2006/relationships/image" Target="../media/image315.png"/><Relationship Id="rId20" Type="http://schemas.openxmlformats.org/officeDocument/2006/relationships/image" Target="../media/image255.png"/><Relationship Id="rId21" Type="http://schemas.openxmlformats.org/officeDocument/2006/relationships/image" Target="../media/image306.png"/><Relationship Id="rId22" Type="http://schemas.openxmlformats.org/officeDocument/2006/relationships/image" Target="../media/image307.png"/><Relationship Id="rId23" Type="http://schemas.openxmlformats.org/officeDocument/2006/relationships/image" Target="../media/image308.png"/><Relationship Id="rId24" Type="http://schemas.openxmlformats.org/officeDocument/2006/relationships/image" Target="../media/image309.png"/><Relationship Id="rId25" Type="http://schemas.openxmlformats.org/officeDocument/2006/relationships/image" Target="../media/image290.png"/><Relationship Id="rId26" Type="http://schemas.openxmlformats.org/officeDocument/2006/relationships/image" Target="../media/image316.png"/><Relationship Id="rId2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7.png"/><Relationship Id="rId4" Type="http://schemas.openxmlformats.org/officeDocument/2006/relationships/image" Target="../media/image318.png"/><Relationship Id="rId5" Type="http://schemas.openxmlformats.org/officeDocument/2006/relationships/image" Target="../media/image126.png"/><Relationship Id="rId6" Type="http://schemas.openxmlformats.org/officeDocument/2006/relationships/image" Target="../media/image319.png"/><Relationship Id="rId7" Type="http://schemas.openxmlformats.org/officeDocument/2006/relationships/image" Target="../media/image320.png"/><Relationship Id="rId8" Type="http://schemas.openxmlformats.org/officeDocument/2006/relationships/image" Target="../media/image321.png"/><Relationship Id="rId9" Type="http://schemas.openxmlformats.org/officeDocument/2006/relationships/image" Target="../media/image322.png"/><Relationship Id="rId10" Type="http://schemas.openxmlformats.org/officeDocument/2006/relationships/image" Target="../media/image323.png"/><Relationship Id="rId11" Type="http://schemas.openxmlformats.org/officeDocument/2006/relationships/image" Target="../media/image130.png"/><Relationship Id="rId12" Type="http://schemas.openxmlformats.org/officeDocument/2006/relationships/image" Target="../media/image324.png"/><Relationship Id="rId13" Type="http://schemas.openxmlformats.org/officeDocument/2006/relationships/image" Target="../media/image325.png"/><Relationship Id="rId14" Type="http://schemas.openxmlformats.org/officeDocument/2006/relationships/image" Target="../media/image326.png"/><Relationship Id="rId1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7.png"/><Relationship Id="rId4" Type="http://schemas.openxmlformats.org/officeDocument/2006/relationships/image" Target="../media/image327.png"/><Relationship Id="rId5" Type="http://schemas.openxmlformats.org/officeDocument/2006/relationships/image" Target="../media/image328.png"/><Relationship Id="rId6" Type="http://schemas.openxmlformats.org/officeDocument/2006/relationships/image" Target="../media/image329.png"/><Relationship Id="rId7" Type="http://schemas.openxmlformats.org/officeDocument/2006/relationships/image" Target="../media/image330.png"/><Relationship Id="rId8" Type="http://schemas.openxmlformats.org/officeDocument/2006/relationships/image" Target="../media/image331.png"/><Relationship Id="rId9" Type="http://schemas.openxmlformats.org/officeDocument/2006/relationships/image" Target="../media/image332.png"/><Relationship Id="rId10" Type="http://schemas.openxmlformats.org/officeDocument/2006/relationships/image" Target="../media/image80.png"/><Relationship Id="rId11" Type="http://schemas.openxmlformats.org/officeDocument/2006/relationships/image" Target="../media/image333.png"/><Relationship Id="rId12" Type="http://schemas.openxmlformats.org/officeDocument/2006/relationships/image" Target="../media/image334.png"/><Relationship Id="rId13" Type="http://schemas.openxmlformats.org/officeDocument/2006/relationships/image" Target="../media/image81.png"/><Relationship Id="rId14" Type="http://schemas.openxmlformats.org/officeDocument/2006/relationships/image" Target="../media/image335.png"/><Relationship Id="rId15" Type="http://schemas.openxmlformats.org/officeDocument/2006/relationships/image" Target="../media/image336.png"/><Relationship Id="rId16" Type="http://schemas.openxmlformats.org/officeDocument/2006/relationships/image" Target="../media/image82.png"/><Relationship Id="rId17" Type="http://schemas.openxmlformats.org/officeDocument/2006/relationships/image" Target="../media/image337.png"/><Relationship Id="rId18" Type="http://schemas.openxmlformats.org/officeDocument/2006/relationships/image" Target="../media/image338.png"/><Relationship Id="rId19" Type="http://schemas.openxmlformats.org/officeDocument/2006/relationships/image" Target="../media/image85.png"/><Relationship Id="rId20" Type="http://schemas.openxmlformats.org/officeDocument/2006/relationships/image" Target="../media/image339.png"/><Relationship Id="rId21" Type="http://schemas.openxmlformats.org/officeDocument/2006/relationships/image" Target="../media/image340.png"/><Relationship Id="rId22" Type="http://schemas.openxmlformats.org/officeDocument/2006/relationships/image" Target="../media/image84.png"/><Relationship Id="rId23" Type="http://schemas.openxmlformats.org/officeDocument/2006/relationships/image" Target="../media/image341.png"/><Relationship Id="rId24" Type="http://schemas.openxmlformats.org/officeDocument/2006/relationships/image" Target="../media/image342.png"/><Relationship Id="rId25" Type="http://schemas.openxmlformats.org/officeDocument/2006/relationships/image" Target="../media/image88.png"/><Relationship Id="rId26" Type="http://schemas.openxmlformats.org/officeDocument/2006/relationships/image" Target="../media/image343.png"/><Relationship Id="rId27" Type="http://schemas.openxmlformats.org/officeDocument/2006/relationships/image" Target="../media/image86.png"/><Relationship Id="rId28" Type="http://schemas.openxmlformats.org/officeDocument/2006/relationships/image" Target="../media/image344.png"/><Relationship Id="rId29" Type="http://schemas.openxmlformats.org/officeDocument/2006/relationships/image" Target="../media/image83.png"/><Relationship Id="rId30" Type="http://schemas.openxmlformats.org/officeDocument/2006/relationships/image" Target="../media/image345.png"/><Relationship Id="rId31" Type="http://schemas.openxmlformats.org/officeDocument/2006/relationships/image" Target="../media/image346.png"/><Relationship Id="rId3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7.png"/><Relationship Id="rId4" Type="http://schemas.openxmlformats.org/officeDocument/2006/relationships/image" Target="../media/image327.png"/><Relationship Id="rId5" Type="http://schemas.openxmlformats.org/officeDocument/2006/relationships/image" Target="../media/image328.png"/><Relationship Id="rId6" Type="http://schemas.openxmlformats.org/officeDocument/2006/relationships/image" Target="../media/image329.png"/><Relationship Id="rId7" Type="http://schemas.openxmlformats.org/officeDocument/2006/relationships/image" Target="../media/image347.png"/><Relationship Id="rId8" Type="http://schemas.openxmlformats.org/officeDocument/2006/relationships/image" Target="../media/image330.png"/><Relationship Id="rId9" Type="http://schemas.openxmlformats.org/officeDocument/2006/relationships/image" Target="../media/image331.png"/><Relationship Id="rId10" Type="http://schemas.openxmlformats.org/officeDocument/2006/relationships/image" Target="../media/image332.png"/><Relationship Id="rId11" Type="http://schemas.openxmlformats.org/officeDocument/2006/relationships/image" Target="../media/image80.png"/><Relationship Id="rId12" Type="http://schemas.openxmlformats.org/officeDocument/2006/relationships/image" Target="../media/image333.png"/><Relationship Id="rId13" Type="http://schemas.openxmlformats.org/officeDocument/2006/relationships/image" Target="../media/image334.png"/><Relationship Id="rId14" Type="http://schemas.openxmlformats.org/officeDocument/2006/relationships/image" Target="../media/image348.png"/><Relationship Id="rId15" Type="http://schemas.openxmlformats.org/officeDocument/2006/relationships/image" Target="../media/image349.png"/><Relationship Id="rId16" Type="http://schemas.openxmlformats.org/officeDocument/2006/relationships/image" Target="../media/image81.png"/><Relationship Id="rId17" Type="http://schemas.openxmlformats.org/officeDocument/2006/relationships/image" Target="../media/image350.png"/><Relationship Id="rId18" Type="http://schemas.openxmlformats.org/officeDocument/2006/relationships/image" Target="../media/image351.png"/><Relationship Id="rId19" Type="http://schemas.openxmlformats.org/officeDocument/2006/relationships/image" Target="../media/image82.png"/><Relationship Id="rId20" Type="http://schemas.openxmlformats.org/officeDocument/2006/relationships/image" Target="../media/image352.png"/><Relationship Id="rId21" Type="http://schemas.openxmlformats.org/officeDocument/2006/relationships/image" Target="../media/image353.png"/><Relationship Id="rId22" Type="http://schemas.openxmlformats.org/officeDocument/2006/relationships/image" Target="../media/image85.png"/><Relationship Id="rId23" Type="http://schemas.openxmlformats.org/officeDocument/2006/relationships/image" Target="../media/image354.png"/><Relationship Id="rId24" Type="http://schemas.openxmlformats.org/officeDocument/2006/relationships/image" Target="../media/image355.png"/><Relationship Id="rId25" Type="http://schemas.openxmlformats.org/officeDocument/2006/relationships/image" Target="../media/image84.png"/><Relationship Id="rId26" Type="http://schemas.openxmlformats.org/officeDocument/2006/relationships/image" Target="../media/image356.png"/><Relationship Id="rId27" Type="http://schemas.openxmlformats.org/officeDocument/2006/relationships/image" Target="../media/image357.png"/><Relationship Id="rId28" Type="http://schemas.openxmlformats.org/officeDocument/2006/relationships/image" Target="../media/image88.png"/><Relationship Id="rId29" Type="http://schemas.openxmlformats.org/officeDocument/2006/relationships/image" Target="../media/image358.png"/><Relationship Id="rId30" Type="http://schemas.openxmlformats.org/officeDocument/2006/relationships/image" Target="../media/image86.png"/><Relationship Id="rId31" Type="http://schemas.openxmlformats.org/officeDocument/2006/relationships/image" Target="../media/image359.png"/><Relationship Id="rId32" Type="http://schemas.openxmlformats.org/officeDocument/2006/relationships/image" Target="../media/image83.png"/><Relationship Id="rId33" Type="http://schemas.openxmlformats.org/officeDocument/2006/relationships/image" Target="../media/image360.png"/><Relationship Id="rId34" Type="http://schemas.openxmlformats.org/officeDocument/2006/relationships/image" Target="../media/image361.png"/><Relationship Id="rId3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7.png"/><Relationship Id="rId4" Type="http://schemas.openxmlformats.org/officeDocument/2006/relationships/image" Target="../media/image327.png"/><Relationship Id="rId5" Type="http://schemas.openxmlformats.org/officeDocument/2006/relationships/image" Target="../media/image328.png"/><Relationship Id="rId6" Type="http://schemas.openxmlformats.org/officeDocument/2006/relationships/image" Target="../media/image329.png"/><Relationship Id="rId7" Type="http://schemas.openxmlformats.org/officeDocument/2006/relationships/image" Target="../media/image347.png"/><Relationship Id="rId8" Type="http://schemas.openxmlformats.org/officeDocument/2006/relationships/image" Target="../media/image330.png"/><Relationship Id="rId9" Type="http://schemas.openxmlformats.org/officeDocument/2006/relationships/image" Target="../media/image331.png"/><Relationship Id="rId10" Type="http://schemas.openxmlformats.org/officeDocument/2006/relationships/image" Target="../media/image332.png"/><Relationship Id="rId11" Type="http://schemas.openxmlformats.org/officeDocument/2006/relationships/image" Target="../media/image80.png"/><Relationship Id="rId12" Type="http://schemas.openxmlformats.org/officeDocument/2006/relationships/image" Target="../media/image362.png"/><Relationship Id="rId13" Type="http://schemas.openxmlformats.org/officeDocument/2006/relationships/image" Target="../media/image363.png"/><Relationship Id="rId14" Type="http://schemas.openxmlformats.org/officeDocument/2006/relationships/image" Target="../media/image81.png"/><Relationship Id="rId15" Type="http://schemas.openxmlformats.org/officeDocument/2006/relationships/image" Target="../media/image350.png"/><Relationship Id="rId16" Type="http://schemas.openxmlformats.org/officeDocument/2006/relationships/image" Target="../media/image351.png"/><Relationship Id="rId17" Type="http://schemas.openxmlformats.org/officeDocument/2006/relationships/image" Target="../media/image82.png"/><Relationship Id="rId18" Type="http://schemas.openxmlformats.org/officeDocument/2006/relationships/image" Target="../media/image352.png"/><Relationship Id="rId19" Type="http://schemas.openxmlformats.org/officeDocument/2006/relationships/image" Target="../media/image353.png"/><Relationship Id="rId20" Type="http://schemas.openxmlformats.org/officeDocument/2006/relationships/image" Target="../media/image85.png"/><Relationship Id="rId21" Type="http://schemas.openxmlformats.org/officeDocument/2006/relationships/image" Target="../media/image354.png"/><Relationship Id="rId22" Type="http://schemas.openxmlformats.org/officeDocument/2006/relationships/image" Target="../media/image355.png"/><Relationship Id="rId23" Type="http://schemas.openxmlformats.org/officeDocument/2006/relationships/image" Target="../media/image84.png"/><Relationship Id="rId24" Type="http://schemas.openxmlformats.org/officeDocument/2006/relationships/image" Target="../media/image341.png"/><Relationship Id="rId25" Type="http://schemas.openxmlformats.org/officeDocument/2006/relationships/image" Target="../media/image342.png"/><Relationship Id="rId26" Type="http://schemas.openxmlformats.org/officeDocument/2006/relationships/image" Target="../media/image364.png"/><Relationship Id="rId27" Type="http://schemas.openxmlformats.org/officeDocument/2006/relationships/image" Target="../media/image365.png"/><Relationship Id="rId28" Type="http://schemas.openxmlformats.org/officeDocument/2006/relationships/image" Target="../media/image88.png"/><Relationship Id="rId29" Type="http://schemas.openxmlformats.org/officeDocument/2006/relationships/image" Target="../media/image358.png"/><Relationship Id="rId30" Type="http://schemas.openxmlformats.org/officeDocument/2006/relationships/image" Target="../media/image86.png"/><Relationship Id="rId31" Type="http://schemas.openxmlformats.org/officeDocument/2006/relationships/image" Target="../media/image344.png"/><Relationship Id="rId32" Type="http://schemas.openxmlformats.org/officeDocument/2006/relationships/image" Target="../media/image338.png"/><Relationship Id="rId33" Type="http://schemas.openxmlformats.org/officeDocument/2006/relationships/image" Target="../media/image366.png"/><Relationship Id="rId34" Type="http://schemas.openxmlformats.org/officeDocument/2006/relationships/image" Target="../media/image367.png"/><Relationship Id="rId35" Type="http://schemas.openxmlformats.org/officeDocument/2006/relationships/image" Target="../media/image83.png"/><Relationship Id="rId36" Type="http://schemas.openxmlformats.org/officeDocument/2006/relationships/image" Target="../media/image345.png"/><Relationship Id="rId37" Type="http://schemas.openxmlformats.org/officeDocument/2006/relationships/image" Target="../media/image368.png"/><Relationship Id="rId38" Type="http://schemas.openxmlformats.org/officeDocument/2006/relationships/image" Target="../media/image369.png"/><Relationship Id="rId39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7.png"/><Relationship Id="rId4" Type="http://schemas.openxmlformats.org/officeDocument/2006/relationships/image" Target="../media/image370.png"/><Relationship Id="rId5" Type="http://schemas.openxmlformats.org/officeDocument/2006/relationships/image" Target="../media/image371.png"/><Relationship Id="rId6" Type="http://schemas.openxmlformats.org/officeDocument/2006/relationships/image" Target="../media/image372.png"/><Relationship Id="rId7" Type="http://schemas.openxmlformats.org/officeDocument/2006/relationships/image" Target="../media/image373.png"/><Relationship Id="rId8" Type="http://schemas.openxmlformats.org/officeDocument/2006/relationships/image" Target="../media/image374.png"/><Relationship Id="rId9" Type="http://schemas.openxmlformats.org/officeDocument/2006/relationships/image" Target="../media/image375.png"/><Relationship Id="rId10" Type="http://schemas.openxmlformats.org/officeDocument/2006/relationships/image" Target="../media/image376.png"/><Relationship Id="rId11" Type="http://schemas.openxmlformats.org/officeDocument/2006/relationships/image" Target="../media/image377.png"/><Relationship Id="rId1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7.png"/><Relationship Id="rId4" Type="http://schemas.openxmlformats.org/officeDocument/2006/relationships/image" Target="../media/image370.png"/><Relationship Id="rId5" Type="http://schemas.openxmlformats.org/officeDocument/2006/relationships/image" Target="../media/image371.png"/><Relationship Id="rId6" Type="http://schemas.openxmlformats.org/officeDocument/2006/relationships/image" Target="../media/image378.png"/><Relationship Id="rId7" Type="http://schemas.openxmlformats.org/officeDocument/2006/relationships/image" Target="../media/image372.png"/><Relationship Id="rId8" Type="http://schemas.openxmlformats.org/officeDocument/2006/relationships/image" Target="../media/image379.png"/><Relationship Id="rId9" Type="http://schemas.openxmlformats.org/officeDocument/2006/relationships/image" Target="../media/image380.png"/><Relationship Id="rId10" Type="http://schemas.openxmlformats.org/officeDocument/2006/relationships/image" Target="../media/image375.png"/><Relationship Id="rId11" Type="http://schemas.openxmlformats.org/officeDocument/2006/relationships/image" Target="../media/image376.png"/><Relationship Id="rId12" Type="http://schemas.openxmlformats.org/officeDocument/2006/relationships/image" Target="../media/image381.png"/><Relationship Id="rId13" Type="http://schemas.openxmlformats.org/officeDocument/2006/relationships/image" Target="../media/image382.png"/><Relationship Id="rId1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318.png"/><Relationship Id="rId5" Type="http://schemas.openxmlformats.org/officeDocument/2006/relationships/image" Target="../media/image384.png"/><Relationship Id="rId6" Type="http://schemas.openxmlformats.org/officeDocument/2006/relationships/image" Target="../media/image385.png"/><Relationship Id="rId7" Type="http://schemas.openxmlformats.org/officeDocument/2006/relationships/image" Target="../media/image386.png"/><Relationship Id="rId8" Type="http://schemas.openxmlformats.org/officeDocument/2006/relationships/image" Target="../media/image387.png"/><Relationship Id="rId9" Type="http://schemas.openxmlformats.org/officeDocument/2006/relationships/image" Target="../media/image388.png"/><Relationship Id="rId10" Type="http://schemas.openxmlformats.org/officeDocument/2006/relationships/image" Target="../media/image389.png"/><Relationship Id="rId11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3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Relationship Id="rId10" Type="http://schemas.openxmlformats.org/officeDocument/2006/relationships/image" Target="../media/image395.png"/><Relationship Id="rId11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279.png"/><Relationship Id="rId8" Type="http://schemas.openxmlformats.org/officeDocument/2006/relationships/image" Target="../media/image399.png"/><Relationship Id="rId9" Type="http://schemas.openxmlformats.org/officeDocument/2006/relationships/image" Target="../media/image400.png"/><Relationship Id="rId10" Type="http://schemas.openxmlformats.org/officeDocument/2006/relationships/image" Target="../media/image401.png"/><Relationship Id="rId11" Type="http://schemas.openxmlformats.org/officeDocument/2006/relationships/image" Target="../media/image402.png"/><Relationship Id="rId12" Type="http://schemas.openxmlformats.org/officeDocument/2006/relationships/image" Target="../media/image403.png"/><Relationship Id="rId13" Type="http://schemas.openxmlformats.org/officeDocument/2006/relationships/image" Target="../media/image222.png"/><Relationship Id="rId14" Type="http://schemas.openxmlformats.org/officeDocument/2006/relationships/image" Target="../media/image223.png"/><Relationship Id="rId15" Type="http://schemas.openxmlformats.org/officeDocument/2006/relationships/image" Target="../media/image224.png"/><Relationship Id="rId16" Type="http://schemas.openxmlformats.org/officeDocument/2006/relationships/image" Target="../media/image404.png"/><Relationship Id="rId17" Type="http://schemas.openxmlformats.org/officeDocument/2006/relationships/image" Target="../media/image405.png"/><Relationship Id="rId18" Type="http://schemas.openxmlformats.org/officeDocument/2006/relationships/image" Target="../media/image406.png"/><Relationship Id="rId19" Type="http://schemas.openxmlformats.org/officeDocument/2006/relationships/image" Target="../media/image407.png"/><Relationship Id="rId20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396.png"/><Relationship Id="rId5" Type="http://schemas.openxmlformats.org/officeDocument/2006/relationships/image" Target="../media/image408.png"/><Relationship Id="rId6" Type="http://schemas.openxmlformats.org/officeDocument/2006/relationships/image" Target="../media/image409.png"/><Relationship Id="rId7" Type="http://schemas.openxmlformats.org/officeDocument/2006/relationships/image" Target="../media/image410.png"/><Relationship Id="rId8" Type="http://schemas.openxmlformats.org/officeDocument/2006/relationships/image" Target="../media/image411.png"/><Relationship Id="rId9" Type="http://schemas.openxmlformats.org/officeDocument/2006/relationships/image" Target="../media/image412.png"/><Relationship Id="rId10" Type="http://schemas.openxmlformats.org/officeDocument/2006/relationships/image" Target="../media/image222.png"/><Relationship Id="rId11" Type="http://schemas.openxmlformats.org/officeDocument/2006/relationships/image" Target="../media/image223.png"/><Relationship Id="rId12" Type="http://schemas.openxmlformats.org/officeDocument/2006/relationships/image" Target="../media/image224.png"/><Relationship Id="rId13" Type="http://schemas.openxmlformats.org/officeDocument/2006/relationships/image" Target="../media/image404.png"/><Relationship Id="rId14" Type="http://schemas.openxmlformats.org/officeDocument/2006/relationships/image" Target="../media/image405.png"/><Relationship Id="rId15" Type="http://schemas.openxmlformats.org/officeDocument/2006/relationships/image" Target="../media/image406.png"/><Relationship Id="rId16" Type="http://schemas.openxmlformats.org/officeDocument/2006/relationships/image" Target="../media/image413.png"/><Relationship Id="rId17" Type="http://schemas.openxmlformats.org/officeDocument/2006/relationships/image" Target="../media/image414.png"/><Relationship Id="rId18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296.png"/><Relationship Id="rId6" Type="http://schemas.openxmlformats.org/officeDocument/2006/relationships/image" Target="../media/image415.png"/><Relationship Id="rId7" Type="http://schemas.openxmlformats.org/officeDocument/2006/relationships/image" Target="../media/image416.png"/><Relationship Id="rId8" Type="http://schemas.openxmlformats.org/officeDocument/2006/relationships/image" Target="../media/image417.png"/><Relationship Id="rId9" Type="http://schemas.openxmlformats.org/officeDocument/2006/relationships/image" Target="../media/image418.png"/><Relationship Id="rId10" Type="http://schemas.openxmlformats.org/officeDocument/2006/relationships/image" Target="../media/image419.png"/><Relationship Id="rId11" Type="http://schemas.openxmlformats.org/officeDocument/2006/relationships/image" Target="../media/image420.png"/><Relationship Id="rId12" Type="http://schemas.openxmlformats.org/officeDocument/2006/relationships/image" Target="../media/image421.png"/><Relationship Id="rId13" Type="http://schemas.openxmlformats.org/officeDocument/2006/relationships/image" Target="../media/image422.png"/><Relationship Id="rId14" Type="http://schemas.openxmlformats.org/officeDocument/2006/relationships/image" Target="../media/image423.png"/><Relationship Id="rId15" Type="http://schemas.openxmlformats.org/officeDocument/2006/relationships/image" Target="../media/image424.png"/><Relationship Id="rId16" Type="http://schemas.openxmlformats.org/officeDocument/2006/relationships/image" Target="../media/image425.png"/><Relationship Id="rId17" Type="http://schemas.openxmlformats.org/officeDocument/2006/relationships/image" Target="../media/image426.png"/><Relationship Id="rId18" Type="http://schemas.openxmlformats.org/officeDocument/2006/relationships/image" Target="../media/image427.png"/><Relationship Id="rId19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296.png"/><Relationship Id="rId6" Type="http://schemas.openxmlformats.org/officeDocument/2006/relationships/image" Target="../media/image415.png"/><Relationship Id="rId7" Type="http://schemas.openxmlformats.org/officeDocument/2006/relationships/image" Target="../media/image416.png"/><Relationship Id="rId8" Type="http://schemas.openxmlformats.org/officeDocument/2006/relationships/image" Target="../media/image417.png"/><Relationship Id="rId9" Type="http://schemas.openxmlformats.org/officeDocument/2006/relationships/image" Target="../media/image418.png"/><Relationship Id="rId10" Type="http://schemas.openxmlformats.org/officeDocument/2006/relationships/image" Target="../media/image419.png"/><Relationship Id="rId11" Type="http://schemas.openxmlformats.org/officeDocument/2006/relationships/image" Target="../media/image420.png"/><Relationship Id="rId12" Type="http://schemas.openxmlformats.org/officeDocument/2006/relationships/image" Target="../media/image421.png"/><Relationship Id="rId13" Type="http://schemas.openxmlformats.org/officeDocument/2006/relationships/image" Target="../media/image422.png"/><Relationship Id="rId14" Type="http://schemas.openxmlformats.org/officeDocument/2006/relationships/image" Target="../media/image423.png"/><Relationship Id="rId15" Type="http://schemas.openxmlformats.org/officeDocument/2006/relationships/image" Target="../media/image428.png"/><Relationship Id="rId16" Type="http://schemas.openxmlformats.org/officeDocument/2006/relationships/image" Target="../media/image429.png"/><Relationship Id="rId17" Type="http://schemas.openxmlformats.org/officeDocument/2006/relationships/image" Target="../media/image430.png"/><Relationship Id="rId18" Type="http://schemas.openxmlformats.org/officeDocument/2006/relationships/image" Target="../media/image424.png"/><Relationship Id="rId19" Type="http://schemas.openxmlformats.org/officeDocument/2006/relationships/image" Target="../media/image398.png"/><Relationship Id="rId20" Type="http://schemas.openxmlformats.org/officeDocument/2006/relationships/image" Target="../media/image431.png"/><Relationship Id="rId21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296.png"/><Relationship Id="rId6" Type="http://schemas.openxmlformats.org/officeDocument/2006/relationships/image" Target="../media/image415.png"/><Relationship Id="rId7" Type="http://schemas.openxmlformats.org/officeDocument/2006/relationships/image" Target="../media/image432.png"/><Relationship Id="rId8" Type="http://schemas.openxmlformats.org/officeDocument/2006/relationships/image" Target="../media/image433.png"/><Relationship Id="rId9" Type="http://schemas.openxmlformats.org/officeDocument/2006/relationships/image" Target="../media/image417.png"/><Relationship Id="rId10" Type="http://schemas.openxmlformats.org/officeDocument/2006/relationships/image" Target="../media/image418.png"/><Relationship Id="rId11" Type="http://schemas.openxmlformats.org/officeDocument/2006/relationships/image" Target="../media/image419.png"/><Relationship Id="rId12" Type="http://schemas.openxmlformats.org/officeDocument/2006/relationships/image" Target="../media/image420.png"/><Relationship Id="rId13" Type="http://schemas.openxmlformats.org/officeDocument/2006/relationships/image" Target="../media/image421.png"/><Relationship Id="rId14" Type="http://schemas.openxmlformats.org/officeDocument/2006/relationships/image" Target="../media/image422.png"/><Relationship Id="rId15" Type="http://schemas.openxmlformats.org/officeDocument/2006/relationships/image" Target="../media/image423.png"/><Relationship Id="rId16" Type="http://schemas.openxmlformats.org/officeDocument/2006/relationships/image" Target="../media/image428.png"/><Relationship Id="rId17" Type="http://schemas.openxmlformats.org/officeDocument/2006/relationships/image" Target="../media/image429.png"/><Relationship Id="rId18" Type="http://schemas.openxmlformats.org/officeDocument/2006/relationships/image" Target="../media/image430.png"/><Relationship Id="rId19" Type="http://schemas.openxmlformats.org/officeDocument/2006/relationships/image" Target="../media/image434.png"/><Relationship Id="rId20" Type="http://schemas.openxmlformats.org/officeDocument/2006/relationships/image" Target="../media/image435.png"/><Relationship Id="rId21" Type="http://schemas.openxmlformats.org/officeDocument/2006/relationships/image" Target="../media/image436.png"/><Relationship Id="rId22" Type="http://schemas.openxmlformats.org/officeDocument/2006/relationships/image" Target="../media/image437.png"/><Relationship Id="rId2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3.png"/><Relationship Id="rId5" Type="http://schemas.openxmlformats.org/officeDocument/2006/relationships/image" Target="../media/image438.png"/><Relationship Id="rId6" Type="http://schemas.openxmlformats.org/officeDocument/2006/relationships/image" Target="../media/image439.png"/><Relationship Id="rId7" Type="http://schemas.openxmlformats.org/officeDocument/2006/relationships/image" Target="../media/image392.png"/><Relationship Id="rId8" Type="http://schemas.openxmlformats.org/officeDocument/2006/relationships/image" Target="../media/image440.png"/><Relationship Id="rId9" Type="http://schemas.openxmlformats.org/officeDocument/2006/relationships/image" Target="../media/image398.png"/><Relationship Id="rId10" Type="http://schemas.openxmlformats.org/officeDocument/2006/relationships/image" Target="../media/image441.png"/><Relationship Id="rId11" Type="http://schemas.openxmlformats.org/officeDocument/2006/relationships/image" Target="../media/image442.png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3.png"/><Relationship Id="rId5" Type="http://schemas.openxmlformats.org/officeDocument/2006/relationships/image" Target="../media/image443.png"/><Relationship Id="rId6" Type="http://schemas.openxmlformats.org/officeDocument/2006/relationships/image" Target="../media/image444.png"/><Relationship Id="rId7" Type="http://schemas.openxmlformats.org/officeDocument/2006/relationships/image" Target="../media/image445.png"/><Relationship Id="rId8" Type="http://schemas.openxmlformats.org/officeDocument/2006/relationships/image" Target="../media/image446.png"/><Relationship Id="rId9" Type="http://schemas.openxmlformats.org/officeDocument/2006/relationships/image" Target="../media/image397.png"/><Relationship Id="rId10" Type="http://schemas.openxmlformats.org/officeDocument/2006/relationships/image" Target="../media/image291.png"/><Relationship Id="rId11" Type="http://schemas.openxmlformats.org/officeDocument/2006/relationships/image" Target="../media/image447.png"/><Relationship Id="rId1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48.png"/><Relationship Id="rId6" Type="http://schemas.openxmlformats.org/officeDocument/2006/relationships/image" Target="../media/image449.png"/><Relationship Id="rId7" Type="http://schemas.openxmlformats.org/officeDocument/2006/relationships/image" Target="../media/image450.png"/><Relationship Id="rId8" Type="http://schemas.openxmlformats.org/officeDocument/2006/relationships/image" Target="../media/image451.png"/><Relationship Id="rId9" Type="http://schemas.openxmlformats.org/officeDocument/2006/relationships/image" Target="../media/image452.png"/><Relationship Id="rId10" Type="http://schemas.openxmlformats.org/officeDocument/2006/relationships/image" Target="../media/image453.png"/><Relationship Id="rId11" Type="http://schemas.openxmlformats.org/officeDocument/2006/relationships/image" Target="../media/image454.png"/><Relationship Id="rId12" Type="http://schemas.openxmlformats.org/officeDocument/2006/relationships/image" Target="../media/image455.png"/><Relationship Id="rId13" Type="http://schemas.openxmlformats.org/officeDocument/2006/relationships/image" Target="../media/image456.png"/><Relationship Id="rId14" Type="http://schemas.openxmlformats.org/officeDocument/2006/relationships/image" Target="../media/image457.png"/><Relationship Id="rId15" Type="http://schemas.openxmlformats.org/officeDocument/2006/relationships/image" Target="../media/image458.png"/><Relationship Id="rId16" Type="http://schemas.openxmlformats.org/officeDocument/2006/relationships/image" Target="../media/image459.png"/><Relationship Id="rId17" Type="http://schemas.openxmlformats.org/officeDocument/2006/relationships/image" Target="../media/image460.png"/><Relationship Id="rId18" Type="http://schemas.openxmlformats.org/officeDocument/2006/relationships/image" Target="../media/image461.png"/><Relationship Id="rId19" Type="http://schemas.openxmlformats.org/officeDocument/2006/relationships/image" Target="../media/image462.png"/><Relationship Id="rId20" Type="http://schemas.openxmlformats.org/officeDocument/2006/relationships/image" Target="../media/image120.png"/><Relationship Id="rId21" Type="http://schemas.openxmlformats.org/officeDocument/2006/relationships/image" Target="../media/image463.png"/><Relationship Id="rId22" Type="http://schemas.openxmlformats.org/officeDocument/2006/relationships/image" Target="../media/image464.png"/><Relationship Id="rId2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65.png"/><Relationship Id="rId6" Type="http://schemas.openxmlformats.org/officeDocument/2006/relationships/image" Target="../media/image466.png"/><Relationship Id="rId7" Type="http://schemas.openxmlformats.org/officeDocument/2006/relationships/image" Target="../media/image467.png"/><Relationship Id="rId8" Type="http://schemas.openxmlformats.org/officeDocument/2006/relationships/image" Target="../media/image468.png"/><Relationship Id="rId9" Type="http://schemas.openxmlformats.org/officeDocument/2006/relationships/image" Target="../media/image291.png"/><Relationship Id="rId10" Type="http://schemas.openxmlformats.org/officeDocument/2006/relationships/image" Target="../media/image469.png"/><Relationship Id="rId11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65.png"/><Relationship Id="rId6" Type="http://schemas.openxmlformats.org/officeDocument/2006/relationships/image" Target="../media/image466.png"/><Relationship Id="rId7" Type="http://schemas.openxmlformats.org/officeDocument/2006/relationships/image" Target="../media/image470.png"/><Relationship Id="rId8" Type="http://schemas.openxmlformats.org/officeDocument/2006/relationships/image" Target="../media/image471.png"/><Relationship Id="rId9" Type="http://schemas.openxmlformats.org/officeDocument/2006/relationships/image" Target="../media/image468.png"/><Relationship Id="rId10" Type="http://schemas.openxmlformats.org/officeDocument/2006/relationships/image" Target="../media/image291.png"/><Relationship Id="rId11" Type="http://schemas.openxmlformats.org/officeDocument/2006/relationships/image" Target="../media/image472.png"/><Relationship Id="rId1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73.png"/><Relationship Id="rId6" Type="http://schemas.openxmlformats.org/officeDocument/2006/relationships/image" Target="../media/image466.png"/><Relationship Id="rId7" Type="http://schemas.openxmlformats.org/officeDocument/2006/relationships/image" Target="../media/image474.png"/><Relationship Id="rId8" Type="http://schemas.openxmlformats.org/officeDocument/2006/relationships/image" Target="../media/image475.png"/><Relationship Id="rId9" Type="http://schemas.openxmlformats.org/officeDocument/2006/relationships/image" Target="../media/image468.png"/><Relationship Id="rId10" Type="http://schemas.openxmlformats.org/officeDocument/2006/relationships/image" Target="../media/image291.png"/><Relationship Id="rId11" Type="http://schemas.openxmlformats.org/officeDocument/2006/relationships/image" Target="../media/image476.png"/><Relationship Id="rId1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77.png"/><Relationship Id="rId6" Type="http://schemas.openxmlformats.org/officeDocument/2006/relationships/image" Target="../media/image478.png"/><Relationship Id="rId7" Type="http://schemas.openxmlformats.org/officeDocument/2006/relationships/image" Target="../media/image479.png"/><Relationship Id="rId8" Type="http://schemas.openxmlformats.org/officeDocument/2006/relationships/image" Target="../media/image480.png"/><Relationship Id="rId9" Type="http://schemas.openxmlformats.org/officeDocument/2006/relationships/image" Target="../media/image481.png"/><Relationship Id="rId10" Type="http://schemas.openxmlformats.org/officeDocument/2006/relationships/image" Target="../media/image482.png"/><Relationship Id="rId11" Type="http://schemas.openxmlformats.org/officeDocument/2006/relationships/image" Target="../media/image483.png"/><Relationship Id="rId12" Type="http://schemas.openxmlformats.org/officeDocument/2006/relationships/image" Target="../media/image484.png"/><Relationship Id="rId1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77.png"/><Relationship Id="rId6" Type="http://schemas.openxmlformats.org/officeDocument/2006/relationships/image" Target="../media/image478.png"/><Relationship Id="rId7" Type="http://schemas.openxmlformats.org/officeDocument/2006/relationships/image" Target="../media/image479.png"/><Relationship Id="rId8" Type="http://schemas.openxmlformats.org/officeDocument/2006/relationships/image" Target="../media/image485.png"/><Relationship Id="rId9" Type="http://schemas.openxmlformats.org/officeDocument/2006/relationships/image" Target="../media/image480.png"/><Relationship Id="rId10" Type="http://schemas.openxmlformats.org/officeDocument/2006/relationships/image" Target="../media/image486.png"/><Relationship Id="rId11" Type="http://schemas.openxmlformats.org/officeDocument/2006/relationships/image" Target="../media/image487.png"/><Relationship Id="rId12" Type="http://schemas.openxmlformats.org/officeDocument/2006/relationships/image" Target="../media/image482.png"/><Relationship Id="rId13" Type="http://schemas.openxmlformats.org/officeDocument/2006/relationships/image" Target="../media/image483.png"/><Relationship Id="rId14" Type="http://schemas.openxmlformats.org/officeDocument/2006/relationships/image" Target="../media/image488.png"/><Relationship Id="rId15" Type="http://schemas.openxmlformats.org/officeDocument/2006/relationships/image" Target="../media/image489.png"/><Relationship Id="rId1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77.png"/><Relationship Id="rId6" Type="http://schemas.openxmlformats.org/officeDocument/2006/relationships/image" Target="../media/image478.png"/><Relationship Id="rId7" Type="http://schemas.openxmlformats.org/officeDocument/2006/relationships/image" Target="../media/image479.png"/><Relationship Id="rId8" Type="http://schemas.openxmlformats.org/officeDocument/2006/relationships/image" Target="../media/image485.png"/><Relationship Id="rId9" Type="http://schemas.openxmlformats.org/officeDocument/2006/relationships/image" Target="../media/image490.png"/><Relationship Id="rId10" Type="http://schemas.openxmlformats.org/officeDocument/2006/relationships/image" Target="../media/image480.png"/><Relationship Id="rId11" Type="http://schemas.openxmlformats.org/officeDocument/2006/relationships/image" Target="../media/image486.png"/><Relationship Id="rId12" Type="http://schemas.openxmlformats.org/officeDocument/2006/relationships/image" Target="../media/image491.png"/><Relationship Id="rId13" Type="http://schemas.openxmlformats.org/officeDocument/2006/relationships/image" Target="../media/image467.png"/><Relationship Id="rId14" Type="http://schemas.openxmlformats.org/officeDocument/2006/relationships/image" Target="../media/image492.png"/><Relationship Id="rId15" Type="http://schemas.openxmlformats.org/officeDocument/2006/relationships/image" Target="../media/image482.png"/><Relationship Id="rId16" Type="http://schemas.openxmlformats.org/officeDocument/2006/relationships/image" Target="../media/image483.png"/><Relationship Id="rId17" Type="http://schemas.openxmlformats.org/officeDocument/2006/relationships/image" Target="../media/image488.png"/><Relationship Id="rId18" Type="http://schemas.openxmlformats.org/officeDocument/2006/relationships/image" Target="../media/image493.png"/><Relationship Id="rId19" Type="http://schemas.openxmlformats.org/officeDocument/2006/relationships/image" Target="../media/image494.png"/><Relationship Id="rId20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77.png"/><Relationship Id="rId6" Type="http://schemas.openxmlformats.org/officeDocument/2006/relationships/image" Target="../media/image478.png"/><Relationship Id="rId7" Type="http://schemas.openxmlformats.org/officeDocument/2006/relationships/image" Target="../media/image479.png"/><Relationship Id="rId8" Type="http://schemas.openxmlformats.org/officeDocument/2006/relationships/image" Target="../media/image485.png"/><Relationship Id="rId9" Type="http://schemas.openxmlformats.org/officeDocument/2006/relationships/image" Target="../media/image490.png"/><Relationship Id="rId10" Type="http://schemas.openxmlformats.org/officeDocument/2006/relationships/image" Target="../media/image495.png"/><Relationship Id="rId11" Type="http://schemas.openxmlformats.org/officeDocument/2006/relationships/image" Target="../media/image480.png"/><Relationship Id="rId12" Type="http://schemas.openxmlformats.org/officeDocument/2006/relationships/image" Target="../media/image486.png"/><Relationship Id="rId13" Type="http://schemas.openxmlformats.org/officeDocument/2006/relationships/image" Target="../media/image491.png"/><Relationship Id="rId14" Type="http://schemas.openxmlformats.org/officeDocument/2006/relationships/image" Target="../media/image496.png"/><Relationship Id="rId15" Type="http://schemas.openxmlformats.org/officeDocument/2006/relationships/image" Target="../media/image497.png"/><Relationship Id="rId16" Type="http://schemas.openxmlformats.org/officeDocument/2006/relationships/image" Target="../media/image482.png"/><Relationship Id="rId17" Type="http://schemas.openxmlformats.org/officeDocument/2006/relationships/image" Target="../media/image483.png"/><Relationship Id="rId18" Type="http://schemas.openxmlformats.org/officeDocument/2006/relationships/image" Target="../media/image488.png"/><Relationship Id="rId19" Type="http://schemas.openxmlformats.org/officeDocument/2006/relationships/image" Target="../media/image493.png"/><Relationship Id="rId20" Type="http://schemas.openxmlformats.org/officeDocument/2006/relationships/image" Target="../media/image498.png"/><Relationship Id="rId21" Type="http://schemas.openxmlformats.org/officeDocument/2006/relationships/image" Target="../media/image499.png"/><Relationship Id="rId2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500.png"/><Relationship Id="rId5" Type="http://schemas.openxmlformats.org/officeDocument/2006/relationships/image" Target="../media/image501.png"/><Relationship Id="rId6" Type="http://schemas.openxmlformats.org/officeDocument/2006/relationships/image" Target="../media/image502.png"/><Relationship Id="rId7" Type="http://schemas.openxmlformats.org/officeDocument/2006/relationships/image" Target="../media/image503.png"/><Relationship Id="rId8" Type="http://schemas.openxmlformats.org/officeDocument/2006/relationships/image" Target="../media/image26.png"/><Relationship Id="rId9" Type="http://schemas.openxmlformats.org/officeDocument/2006/relationships/image" Target="../media/image504.png"/><Relationship Id="rId10" Type="http://schemas.openxmlformats.org/officeDocument/2006/relationships/image" Target="../media/image505.png"/><Relationship Id="rId11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500.png"/><Relationship Id="rId5" Type="http://schemas.openxmlformats.org/officeDocument/2006/relationships/image" Target="../media/image506.png"/><Relationship Id="rId6" Type="http://schemas.openxmlformats.org/officeDocument/2006/relationships/image" Target="../media/image507.png"/><Relationship Id="rId7" Type="http://schemas.openxmlformats.org/officeDocument/2006/relationships/image" Target="../media/image504.png"/><Relationship Id="rId8" Type="http://schemas.openxmlformats.org/officeDocument/2006/relationships/image" Target="../media/image508.png"/><Relationship Id="rId9" Type="http://schemas.openxmlformats.org/officeDocument/2006/relationships/image" Target="../media/image509.png"/><Relationship Id="rId10" Type="http://schemas.openxmlformats.org/officeDocument/2006/relationships/image" Target="../media/image503.png"/><Relationship Id="rId11" Type="http://schemas.openxmlformats.org/officeDocument/2006/relationships/image" Target="../media/image510.png"/><Relationship Id="rId1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48.png"/><Relationship Id="rId6" Type="http://schemas.openxmlformats.org/officeDocument/2006/relationships/image" Target="../media/image449.png"/><Relationship Id="rId7" Type="http://schemas.openxmlformats.org/officeDocument/2006/relationships/image" Target="../media/image511.png"/><Relationship Id="rId8" Type="http://schemas.openxmlformats.org/officeDocument/2006/relationships/image" Target="../media/image512.png"/><Relationship Id="rId9" Type="http://schemas.openxmlformats.org/officeDocument/2006/relationships/image" Target="../media/image513.png"/><Relationship Id="rId10" Type="http://schemas.openxmlformats.org/officeDocument/2006/relationships/image" Target="../media/image514.png"/><Relationship Id="rId11" Type="http://schemas.openxmlformats.org/officeDocument/2006/relationships/image" Target="../media/image515.png"/><Relationship Id="rId12" Type="http://schemas.openxmlformats.org/officeDocument/2006/relationships/image" Target="../media/image516.png"/><Relationship Id="rId13" Type="http://schemas.openxmlformats.org/officeDocument/2006/relationships/image" Target="../media/image517.png"/><Relationship Id="rId1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3.png"/><Relationship Id="rId4" Type="http://schemas.openxmlformats.org/officeDocument/2006/relationships/image" Target="../media/image44.png"/><Relationship Id="rId5" Type="http://schemas.openxmlformats.org/officeDocument/2006/relationships/image" Target="../media/image448.png"/><Relationship Id="rId6" Type="http://schemas.openxmlformats.org/officeDocument/2006/relationships/image" Target="../media/image449.png"/><Relationship Id="rId7" Type="http://schemas.openxmlformats.org/officeDocument/2006/relationships/image" Target="../media/image511.png"/><Relationship Id="rId8" Type="http://schemas.openxmlformats.org/officeDocument/2006/relationships/image" Target="../media/image512.png"/><Relationship Id="rId9" Type="http://schemas.openxmlformats.org/officeDocument/2006/relationships/image" Target="../media/image513.png"/><Relationship Id="rId10" Type="http://schemas.openxmlformats.org/officeDocument/2006/relationships/image" Target="../media/image514.png"/><Relationship Id="rId11" Type="http://schemas.openxmlformats.org/officeDocument/2006/relationships/image" Target="../media/image515.png"/><Relationship Id="rId12" Type="http://schemas.openxmlformats.org/officeDocument/2006/relationships/image" Target="../media/image518.png"/><Relationship Id="rId13" Type="http://schemas.openxmlformats.org/officeDocument/2006/relationships/image" Target="../media/image519.png"/><Relationship Id="rId1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44.png"/><Relationship Id="rId5" Type="http://schemas.openxmlformats.org/officeDocument/2006/relationships/image" Target="../media/image521.png"/><Relationship Id="rId6" Type="http://schemas.openxmlformats.org/officeDocument/2006/relationships/image" Target="../media/image522.png"/><Relationship Id="rId7" Type="http://schemas.openxmlformats.org/officeDocument/2006/relationships/image" Target="../media/image523.png"/><Relationship Id="rId8" Type="http://schemas.openxmlformats.org/officeDocument/2006/relationships/image" Target="../media/image76.png"/><Relationship Id="rId9" Type="http://schemas.openxmlformats.org/officeDocument/2006/relationships/image" Target="../media/image524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96.png"/><Relationship Id="rId13" Type="http://schemas.openxmlformats.org/officeDocument/2006/relationships/image" Target="../media/image80.png"/><Relationship Id="rId14" Type="http://schemas.openxmlformats.org/officeDocument/2006/relationships/image" Target="../media/image97.png"/><Relationship Id="rId15" Type="http://schemas.openxmlformats.org/officeDocument/2006/relationships/image" Target="../media/image525.png"/><Relationship Id="rId16" Type="http://schemas.openxmlformats.org/officeDocument/2006/relationships/image" Target="../media/image81.png"/><Relationship Id="rId17" Type="http://schemas.openxmlformats.org/officeDocument/2006/relationships/image" Target="../media/image98.png"/><Relationship Id="rId18" Type="http://schemas.openxmlformats.org/officeDocument/2006/relationships/image" Target="../media/image82.png"/><Relationship Id="rId19" Type="http://schemas.openxmlformats.org/officeDocument/2006/relationships/image" Target="../media/image99.png"/><Relationship Id="rId20" Type="http://schemas.openxmlformats.org/officeDocument/2006/relationships/image" Target="../media/image83.png"/><Relationship Id="rId21" Type="http://schemas.openxmlformats.org/officeDocument/2006/relationships/image" Target="../media/image100.png"/><Relationship Id="rId22" Type="http://schemas.openxmlformats.org/officeDocument/2006/relationships/image" Target="../media/image84.png"/><Relationship Id="rId23" Type="http://schemas.openxmlformats.org/officeDocument/2006/relationships/image" Target="../media/image101.png"/><Relationship Id="rId24" Type="http://schemas.openxmlformats.org/officeDocument/2006/relationships/image" Target="../media/image85.png"/><Relationship Id="rId25" Type="http://schemas.openxmlformats.org/officeDocument/2006/relationships/image" Target="../media/image102.png"/><Relationship Id="rId26" Type="http://schemas.openxmlformats.org/officeDocument/2006/relationships/image" Target="../media/image86.png"/><Relationship Id="rId27" Type="http://schemas.openxmlformats.org/officeDocument/2006/relationships/image" Target="../media/image87.png"/><Relationship Id="rId28" Type="http://schemas.openxmlformats.org/officeDocument/2006/relationships/image" Target="../media/image103.png"/><Relationship Id="rId29" Type="http://schemas.openxmlformats.org/officeDocument/2006/relationships/image" Target="../media/image88.png"/><Relationship Id="rId30" Type="http://schemas.openxmlformats.org/officeDocument/2006/relationships/image" Target="../media/image104.png"/><Relationship Id="rId31" Type="http://schemas.openxmlformats.org/officeDocument/2006/relationships/image" Target="../media/image89.png"/><Relationship Id="rId32" Type="http://schemas.openxmlformats.org/officeDocument/2006/relationships/image" Target="../media/image105.png"/><Relationship Id="rId33" Type="http://schemas.openxmlformats.org/officeDocument/2006/relationships/image" Target="../media/image90.png"/><Relationship Id="rId34" Type="http://schemas.openxmlformats.org/officeDocument/2006/relationships/image" Target="../media/image91.png"/><Relationship Id="rId35" Type="http://schemas.openxmlformats.org/officeDocument/2006/relationships/image" Target="../media/image106.png"/><Relationship Id="rId36" Type="http://schemas.openxmlformats.org/officeDocument/2006/relationships/image" Target="../media/image92.png"/><Relationship Id="rId37" Type="http://schemas.openxmlformats.org/officeDocument/2006/relationships/image" Target="../media/image93.png"/><Relationship Id="rId38" Type="http://schemas.openxmlformats.org/officeDocument/2006/relationships/image" Target="../media/image107.png"/><Relationship Id="rId39" Type="http://schemas.openxmlformats.org/officeDocument/2006/relationships/image" Target="../media/image94.png"/><Relationship Id="rId40" Type="http://schemas.openxmlformats.org/officeDocument/2006/relationships/image" Target="../media/image108.png"/><Relationship Id="rId41" Type="http://schemas.openxmlformats.org/officeDocument/2006/relationships/image" Target="../media/image95.png"/><Relationship Id="rId42" Type="http://schemas.openxmlformats.org/officeDocument/2006/relationships/image" Target="../media/image526.png"/><Relationship Id="rId43" Type="http://schemas.openxmlformats.org/officeDocument/2006/relationships/image" Target="../media/image527.png"/><Relationship Id="rId44" Type="http://schemas.openxmlformats.org/officeDocument/2006/relationships/image" Target="../media/image528.png"/><Relationship Id="rId45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122.png"/><Relationship Id="rId5" Type="http://schemas.openxmlformats.org/officeDocument/2006/relationships/image" Target="../media/image227.png"/><Relationship Id="rId6" Type="http://schemas.openxmlformats.org/officeDocument/2006/relationships/image" Target="../media/image220.png"/><Relationship Id="rId7" Type="http://schemas.openxmlformats.org/officeDocument/2006/relationships/image" Target="../media/image228.png"/><Relationship Id="rId8" Type="http://schemas.openxmlformats.org/officeDocument/2006/relationships/image" Target="../media/image229.png"/><Relationship Id="rId9" Type="http://schemas.openxmlformats.org/officeDocument/2006/relationships/image" Target="../media/image230.png"/><Relationship Id="rId10" Type="http://schemas.openxmlformats.org/officeDocument/2006/relationships/image" Target="../media/image231.png"/><Relationship Id="rId11" Type="http://schemas.openxmlformats.org/officeDocument/2006/relationships/image" Target="../media/image232.png"/><Relationship Id="rId12" Type="http://schemas.openxmlformats.org/officeDocument/2006/relationships/image" Target="../media/image233.png"/><Relationship Id="rId13" Type="http://schemas.openxmlformats.org/officeDocument/2006/relationships/image" Target="../media/image222.png"/><Relationship Id="rId14" Type="http://schemas.openxmlformats.org/officeDocument/2006/relationships/image" Target="../media/image223.png"/><Relationship Id="rId15" Type="http://schemas.openxmlformats.org/officeDocument/2006/relationships/image" Target="../media/image224.png"/><Relationship Id="rId16" Type="http://schemas.openxmlformats.org/officeDocument/2006/relationships/image" Target="../media/image225.png"/><Relationship Id="rId17" Type="http://schemas.openxmlformats.org/officeDocument/2006/relationships/image" Target="../media/image234.png"/><Relationship Id="rId18" Type="http://schemas.openxmlformats.org/officeDocument/2006/relationships/image" Target="../media/image235.png"/><Relationship Id="rId19" Type="http://schemas.openxmlformats.org/officeDocument/2006/relationships/image" Target="../media/image236.png"/><Relationship Id="rId20" Type="http://schemas.openxmlformats.org/officeDocument/2006/relationships/image" Target="../media/image529.png"/><Relationship Id="rId21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122.png"/><Relationship Id="rId5" Type="http://schemas.openxmlformats.org/officeDocument/2006/relationships/image" Target="../media/image238.png"/><Relationship Id="rId6" Type="http://schemas.openxmlformats.org/officeDocument/2006/relationships/image" Target="../media/image220.png"/><Relationship Id="rId7" Type="http://schemas.openxmlformats.org/officeDocument/2006/relationships/image" Target="../media/image229.png"/><Relationship Id="rId8" Type="http://schemas.openxmlformats.org/officeDocument/2006/relationships/image" Target="../media/image239.png"/><Relationship Id="rId9" Type="http://schemas.openxmlformats.org/officeDocument/2006/relationships/image" Target="../media/image240.png"/><Relationship Id="rId10" Type="http://schemas.openxmlformats.org/officeDocument/2006/relationships/image" Target="../media/image241.png"/><Relationship Id="rId11" Type="http://schemas.openxmlformats.org/officeDocument/2006/relationships/image" Target="../media/image222.png"/><Relationship Id="rId12" Type="http://schemas.openxmlformats.org/officeDocument/2006/relationships/image" Target="../media/image223.png"/><Relationship Id="rId13" Type="http://schemas.openxmlformats.org/officeDocument/2006/relationships/image" Target="../media/image225.png"/><Relationship Id="rId14" Type="http://schemas.openxmlformats.org/officeDocument/2006/relationships/image" Target="../media/image242.png"/><Relationship Id="rId15" Type="http://schemas.openxmlformats.org/officeDocument/2006/relationships/image" Target="../media/image235.png"/><Relationship Id="rId16" Type="http://schemas.openxmlformats.org/officeDocument/2006/relationships/image" Target="../media/image236.png"/><Relationship Id="rId17" Type="http://schemas.openxmlformats.org/officeDocument/2006/relationships/image" Target="../media/image530.png"/><Relationship Id="rId18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531.png"/><Relationship Id="rId5" Type="http://schemas.openxmlformats.org/officeDocument/2006/relationships/image" Target="../media/image532.png"/><Relationship Id="rId6" Type="http://schemas.openxmlformats.org/officeDocument/2006/relationships/image" Target="../media/image533.png"/><Relationship Id="rId7" Type="http://schemas.openxmlformats.org/officeDocument/2006/relationships/image" Target="../media/image534.png"/><Relationship Id="rId8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531.png"/><Relationship Id="rId5" Type="http://schemas.openxmlformats.org/officeDocument/2006/relationships/image" Target="../media/image532.png"/><Relationship Id="rId6" Type="http://schemas.openxmlformats.org/officeDocument/2006/relationships/image" Target="../media/image535.png"/><Relationship Id="rId7" Type="http://schemas.openxmlformats.org/officeDocument/2006/relationships/image" Target="../media/image533.png"/><Relationship Id="rId8" Type="http://schemas.openxmlformats.org/officeDocument/2006/relationships/image" Target="../media/image536.png"/><Relationship Id="rId9" Type="http://schemas.openxmlformats.org/officeDocument/2006/relationships/image" Target="../media/image534.png"/><Relationship Id="rId10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531.png"/><Relationship Id="rId5" Type="http://schemas.openxmlformats.org/officeDocument/2006/relationships/image" Target="../media/image532.png"/><Relationship Id="rId6" Type="http://schemas.openxmlformats.org/officeDocument/2006/relationships/image" Target="../media/image535.png"/><Relationship Id="rId7" Type="http://schemas.openxmlformats.org/officeDocument/2006/relationships/image" Target="../media/image537.png"/><Relationship Id="rId8" Type="http://schemas.openxmlformats.org/officeDocument/2006/relationships/image" Target="../media/image533.png"/><Relationship Id="rId9" Type="http://schemas.openxmlformats.org/officeDocument/2006/relationships/image" Target="../media/image536.png"/><Relationship Id="rId10" Type="http://schemas.openxmlformats.org/officeDocument/2006/relationships/image" Target="../media/image538.png"/><Relationship Id="rId11" Type="http://schemas.openxmlformats.org/officeDocument/2006/relationships/image" Target="../media/image534.png"/><Relationship Id="rId1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0.png"/><Relationship Id="rId4" Type="http://schemas.openxmlformats.org/officeDocument/2006/relationships/image" Target="../media/image122.png"/><Relationship Id="rId5" Type="http://schemas.openxmlformats.org/officeDocument/2006/relationships/image" Target="../media/image539.png"/><Relationship Id="rId6" Type="http://schemas.openxmlformats.org/officeDocument/2006/relationships/image" Target="../media/image220.png"/><Relationship Id="rId7" Type="http://schemas.openxmlformats.org/officeDocument/2006/relationships/image" Target="../media/image228.png"/><Relationship Id="rId8" Type="http://schemas.openxmlformats.org/officeDocument/2006/relationships/image" Target="../media/image540.png"/><Relationship Id="rId9" Type="http://schemas.openxmlformats.org/officeDocument/2006/relationships/image" Target="../media/image541.png"/><Relationship Id="rId10" Type="http://schemas.openxmlformats.org/officeDocument/2006/relationships/image" Target="../media/image542.png"/><Relationship Id="rId11" Type="http://schemas.openxmlformats.org/officeDocument/2006/relationships/image" Target="../media/image543.png"/><Relationship Id="rId1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5" name="!!pg_icm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6" name="!!pg_repr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8" name="!!t_icm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9" name="!!t_repr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10" name="!!t_tit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3" name="!!t_nam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ans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3" name="!!ans_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4" name="!!mark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5" name="!!mark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7" name="!!t_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ans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5" name="!!ans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6" name="!!mark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7" name="!!mark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9" name="!!t_nam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1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250" y="190500"/>
            <a:ext cx="2603500" cy="19050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11625" y="2428875"/>
            <a:ext cx="4445000" cy="3413125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7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7" name="!!t_kind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5334000"/>
            <a:ext cx="1968500" cy="698500"/>
          </a:xfrm>
          <a:prstGeom prst="rect">
            <a:avLst/>
          </a:prstGeom>
        </p:spPr>
      </p:pic>
      <p:pic>
        <p:nvPicPr>
          <p:cNvPr id="28" name="!!t_kind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76500" y="5334000"/>
            <a:ext cx="1714500" cy="698500"/>
          </a:xfrm>
          <a:prstGeom prst="rect">
            <a:avLst/>
          </a:prstGeom>
        </p:spPr>
      </p:pic>
      <p:pic>
        <p:nvPicPr>
          <p:cNvPr id="29" name="!!t_kind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45000" y="5334000"/>
            <a:ext cx="2127250" cy="698500"/>
          </a:xfrm>
          <a:prstGeom prst="rect">
            <a:avLst/>
          </a:prstGeom>
        </p:spPr>
      </p:pic>
      <p:pic>
        <p:nvPicPr>
          <p:cNvPr id="30" name="!!t_kind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6250" y="5334000"/>
            <a:ext cx="2095500" cy="698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fla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3" name="!!link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70500" y="1651000"/>
            <a:ext cx="4572000" cy="2444750"/>
          </a:xfrm>
          <a:prstGeom prst="rect">
            <a:avLst/>
          </a:prstGeom>
        </p:spPr>
      </p:pic>
      <p:pic>
        <p:nvPicPr>
          <p:cNvPr id="14" name="!!t_q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5" name="!!t_q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6" name="!!t_tr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7" name="!!t_tr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8" name="!!t_ra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19" name="!!t_rb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6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8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5842000"/>
            <a:ext cx="5588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76400" y="381000"/>
            <a:ext cx="1854200" cy="254000"/>
          </a:xfrm>
          <a:prstGeom prst="rect">
            <a:avLst/>
          </a:prstGeom>
        </p:spPr>
      </p:pic>
      <p:pic>
        <p:nvPicPr>
          <p:cNvPr id="14" name="!!ch_f2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33600" y="749300"/>
            <a:ext cx="1397000" cy="254000"/>
          </a:xfrm>
          <a:prstGeom prst="rect">
            <a:avLst/>
          </a:prstGeom>
        </p:spPr>
      </p:pic>
      <p:pic>
        <p:nvPicPr>
          <p:cNvPr id="15" name="!!ch_f2l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71600" y="1117600"/>
            <a:ext cx="2159000" cy="2540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59000" y="1485900"/>
            <a:ext cx="1371600" cy="304800"/>
          </a:xfrm>
          <a:prstGeom prst="rect">
            <a:avLst/>
          </a:prstGeom>
        </p:spPr>
      </p:pic>
      <p:pic>
        <p:nvPicPr>
          <p:cNvPr id="17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98600" y="1854200"/>
            <a:ext cx="2032000" cy="254000"/>
          </a:xfrm>
          <a:prstGeom prst="rect">
            <a:avLst/>
          </a:prstGeom>
        </p:spPr>
      </p:pic>
      <p:pic>
        <p:nvPicPr>
          <p:cNvPr id="18" name="!!ch_f2l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6000" y="2222500"/>
            <a:ext cx="2514600" cy="254000"/>
          </a:xfrm>
          <a:prstGeom prst="rect">
            <a:avLst/>
          </a:prstGeom>
        </p:spPr>
      </p:pic>
      <p:pic>
        <p:nvPicPr>
          <p:cNvPr id="19" name="!!ch_f2l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97000" y="2590800"/>
            <a:ext cx="2133600" cy="254000"/>
          </a:xfrm>
          <a:prstGeom prst="rect">
            <a:avLst/>
          </a:prstGeom>
        </p:spPr>
      </p:pic>
      <p:pic>
        <p:nvPicPr>
          <p:cNvPr id="20" name="!!ch_f2l7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28800" y="2959100"/>
            <a:ext cx="1701800" cy="254000"/>
          </a:xfrm>
          <a:prstGeom prst="rect">
            <a:avLst/>
          </a:prstGeom>
        </p:spPr>
      </p:pic>
      <p:pic>
        <p:nvPicPr>
          <p:cNvPr id="21" name="!!ch_f2l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47800" y="3327400"/>
            <a:ext cx="2082800" cy="304800"/>
          </a:xfrm>
          <a:prstGeom prst="rect">
            <a:avLst/>
          </a:prstGeom>
        </p:spPr>
      </p:pic>
      <p:pic>
        <p:nvPicPr>
          <p:cNvPr id="22" name="!!ch_f2l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651000" y="3695700"/>
            <a:ext cx="1879600" cy="254000"/>
          </a:xfrm>
          <a:prstGeom prst="rect">
            <a:avLst/>
          </a:prstGeom>
        </p:spPr>
      </p:pic>
      <p:pic>
        <p:nvPicPr>
          <p:cNvPr id="23" name="!!ch_f2l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0800" y="4064000"/>
            <a:ext cx="2209800" cy="254000"/>
          </a:xfrm>
          <a:prstGeom prst="rect">
            <a:avLst/>
          </a:prstGeom>
        </p:spPr>
      </p:pic>
      <p:pic>
        <p:nvPicPr>
          <p:cNvPr id="24" name="!!ch_f2l1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49400" y="4432300"/>
            <a:ext cx="1981200" cy="304800"/>
          </a:xfrm>
          <a:prstGeom prst="rect">
            <a:avLst/>
          </a:prstGeom>
        </p:spPr>
      </p:pic>
      <p:pic>
        <p:nvPicPr>
          <p:cNvPr id="25" name="!!ch_f2l1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90600" y="4800600"/>
            <a:ext cx="2540000" cy="254000"/>
          </a:xfrm>
          <a:prstGeom prst="rect">
            <a:avLst/>
          </a:prstGeom>
        </p:spPr>
      </p:pic>
      <p:pic>
        <p:nvPicPr>
          <p:cNvPr id="26" name="!!ch_f2l1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68400" y="5168900"/>
            <a:ext cx="2362200" cy="254000"/>
          </a:xfrm>
          <a:prstGeom prst="rect">
            <a:avLst/>
          </a:prstGeom>
        </p:spPr>
      </p:pic>
      <p:pic>
        <p:nvPicPr>
          <p:cNvPr id="27" name="!!ch_f2l1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70000" y="5537200"/>
            <a:ext cx="2260600" cy="254000"/>
          </a:xfrm>
          <a:prstGeom prst="rect">
            <a:avLst/>
          </a:prstGeom>
        </p:spPr>
      </p:pic>
      <p:pic>
        <p:nvPicPr>
          <p:cNvPr id="28" name="!!ch_f2l1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447800" y="5905500"/>
            <a:ext cx="2082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6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8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6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0" y="406400"/>
            <a:ext cx="3238500" cy="190500"/>
          </a:xfrm>
          <a:prstGeom prst="rect">
            <a:avLst/>
          </a:prstGeom>
        </p:spPr>
      </p:pic>
      <p:pic>
        <p:nvPicPr>
          <p:cNvPr id="16" name="!!ch_f2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33600" y="749300"/>
            <a:ext cx="1397000" cy="254000"/>
          </a:xfrm>
          <a:prstGeom prst="rect">
            <a:avLst/>
          </a:prstGeom>
        </p:spPr>
      </p:pic>
      <p:pic>
        <p:nvPicPr>
          <p:cNvPr id="17" name="!!ch_f2b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0" y="774700"/>
            <a:ext cx="1778000" cy="190500"/>
          </a:xfrm>
          <a:prstGeom prst="rect">
            <a:avLst/>
          </a:prstGeom>
        </p:spPr>
      </p:pic>
      <p:pic>
        <p:nvPicPr>
          <p:cNvPr id="18" name="!!ch_f2l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71600" y="1117600"/>
            <a:ext cx="2159000" cy="254000"/>
          </a:xfrm>
          <a:prstGeom prst="rect">
            <a:avLst/>
          </a:prstGeom>
        </p:spPr>
      </p:pic>
      <p:pic>
        <p:nvPicPr>
          <p:cNvPr id="19" name="!!ch_f2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10000" y="1143000"/>
            <a:ext cx="1587500" cy="190500"/>
          </a:xfrm>
          <a:prstGeom prst="rect">
            <a:avLst/>
          </a:prstGeom>
        </p:spPr>
      </p:pic>
      <p:pic>
        <p:nvPicPr>
          <p:cNvPr id="20" name="!!ch_f2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59000" y="1485900"/>
            <a:ext cx="1371600" cy="304800"/>
          </a:xfrm>
          <a:prstGeom prst="rect">
            <a:avLst/>
          </a:prstGeom>
        </p:spPr>
      </p:pic>
      <p:pic>
        <p:nvPicPr>
          <p:cNvPr id="21" name="!!ch_f2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10000" y="1511300"/>
            <a:ext cx="1079500" cy="190500"/>
          </a:xfrm>
          <a:prstGeom prst="rect">
            <a:avLst/>
          </a:prstGeom>
        </p:spPr>
      </p:pic>
      <p:pic>
        <p:nvPicPr>
          <p:cNvPr id="22" name="!!ch_f2l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98600" y="1854200"/>
            <a:ext cx="2032000" cy="254000"/>
          </a:xfrm>
          <a:prstGeom prst="rect">
            <a:avLst/>
          </a:prstGeom>
        </p:spPr>
      </p:pic>
      <p:pic>
        <p:nvPicPr>
          <p:cNvPr id="23" name="!!ch_f2b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10000" y="1879600"/>
            <a:ext cx="762000" cy="190500"/>
          </a:xfrm>
          <a:prstGeom prst="rect">
            <a:avLst/>
          </a:prstGeom>
        </p:spPr>
      </p:pic>
      <p:pic>
        <p:nvPicPr>
          <p:cNvPr id="24" name="!!ch_f2l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6000" y="2222500"/>
            <a:ext cx="2514600" cy="254000"/>
          </a:xfrm>
          <a:prstGeom prst="rect">
            <a:avLst/>
          </a:prstGeom>
        </p:spPr>
      </p:pic>
      <p:pic>
        <p:nvPicPr>
          <p:cNvPr id="25" name="!!ch_f2b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10000" y="2247900"/>
            <a:ext cx="508000" cy="190500"/>
          </a:xfrm>
          <a:prstGeom prst="rect">
            <a:avLst/>
          </a:prstGeom>
        </p:spPr>
      </p:pic>
      <p:pic>
        <p:nvPicPr>
          <p:cNvPr id="26" name="!!ch_f2l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397000" y="2590800"/>
            <a:ext cx="2133600" cy="254000"/>
          </a:xfrm>
          <a:prstGeom prst="rect">
            <a:avLst/>
          </a:prstGeom>
        </p:spPr>
      </p:pic>
      <p:pic>
        <p:nvPicPr>
          <p:cNvPr id="27" name="!!ch_f2b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10000" y="2616200"/>
            <a:ext cx="508000" cy="190500"/>
          </a:xfrm>
          <a:prstGeom prst="rect">
            <a:avLst/>
          </a:prstGeom>
        </p:spPr>
      </p:pic>
      <p:pic>
        <p:nvPicPr>
          <p:cNvPr id="28" name="!!ch_f2l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28800" y="2959100"/>
            <a:ext cx="1701800" cy="254000"/>
          </a:xfrm>
          <a:prstGeom prst="rect">
            <a:avLst/>
          </a:prstGeom>
        </p:spPr>
      </p:pic>
      <p:pic>
        <p:nvPicPr>
          <p:cNvPr id="29" name="!!ch_f2b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984500"/>
            <a:ext cx="444500" cy="190500"/>
          </a:xfrm>
          <a:prstGeom prst="rect">
            <a:avLst/>
          </a:prstGeom>
        </p:spPr>
      </p:pic>
      <p:pic>
        <p:nvPicPr>
          <p:cNvPr id="30" name="!!ch_f2l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47800" y="3327400"/>
            <a:ext cx="2082800" cy="304800"/>
          </a:xfrm>
          <a:prstGeom prst="rect">
            <a:avLst/>
          </a:prstGeom>
        </p:spPr>
      </p:pic>
      <p:pic>
        <p:nvPicPr>
          <p:cNvPr id="31" name="!!ch_f2b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10000" y="3352800"/>
            <a:ext cx="292100" cy="190500"/>
          </a:xfrm>
          <a:prstGeom prst="rect">
            <a:avLst/>
          </a:prstGeom>
        </p:spPr>
      </p:pic>
      <p:pic>
        <p:nvPicPr>
          <p:cNvPr id="32" name="!!ch_f2l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651000" y="3695700"/>
            <a:ext cx="1879600" cy="254000"/>
          </a:xfrm>
          <a:prstGeom prst="rect">
            <a:avLst/>
          </a:prstGeom>
        </p:spPr>
      </p:pic>
      <p:pic>
        <p:nvPicPr>
          <p:cNvPr id="33" name="!!ch_f2b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810000" y="3721100"/>
            <a:ext cx="114300" cy="190500"/>
          </a:xfrm>
          <a:prstGeom prst="rect">
            <a:avLst/>
          </a:prstGeom>
        </p:spPr>
      </p:pic>
      <p:pic>
        <p:nvPicPr>
          <p:cNvPr id="34" name="!!ch_f2l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320800" y="4064000"/>
            <a:ext cx="2209800" cy="254000"/>
          </a:xfrm>
          <a:prstGeom prst="rect">
            <a:avLst/>
          </a:prstGeom>
        </p:spPr>
      </p:pic>
      <p:pic>
        <p:nvPicPr>
          <p:cNvPr id="35" name="!!ch_f2b1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810000" y="4089400"/>
            <a:ext cx="114300" cy="190500"/>
          </a:xfrm>
          <a:prstGeom prst="rect">
            <a:avLst/>
          </a:prstGeom>
        </p:spPr>
      </p:pic>
      <p:pic>
        <p:nvPicPr>
          <p:cNvPr id="36" name="!!ch_f2l1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549400" y="4432300"/>
            <a:ext cx="1981200" cy="304800"/>
          </a:xfrm>
          <a:prstGeom prst="rect">
            <a:avLst/>
          </a:prstGeom>
        </p:spPr>
      </p:pic>
      <p:pic>
        <p:nvPicPr>
          <p:cNvPr id="37" name="!!ch_f2b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4457700"/>
            <a:ext cx="88900" cy="190500"/>
          </a:xfrm>
          <a:prstGeom prst="rect">
            <a:avLst/>
          </a:prstGeom>
        </p:spPr>
      </p:pic>
      <p:pic>
        <p:nvPicPr>
          <p:cNvPr id="38" name="!!ch_f2l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90600" y="4800600"/>
            <a:ext cx="2540000" cy="254000"/>
          </a:xfrm>
          <a:prstGeom prst="rect">
            <a:avLst/>
          </a:prstGeom>
        </p:spPr>
      </p:pic>
      <p:pic>
        <p:nvPicPr>
          <p:cNvPr id="39" name="!!ch_f2b12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4826000"/>
            <a:ext cx="88900" cy="190500"/>
          </a:xfrm>
          <a:prstGeom prst="rect">
            <a:avLst/>
          </a:prstGeom>
        </p:spPr>
      </p:pic>
      <p:pic>
        <p:nvPicPr>
          <p:cNvPr id="40" name="!!ch_f2l13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168400" y="5168900"/>
            <a:ext cx="2362200" cy="254000"/>
          </a:xfrm>
          <a:prstGeom prst="rect">
            <a:avLst/>
          </a:prstGeom>
        </p:spPr>
      </p:pic>
      <p:pic>
        <p:nvPicPr>
          <p:cNvPr id="41" name="!!ch_f2b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5194300"/>
            <a:ext cx="63500" cy="190500"/>
          </a:xfrm>
          <a:prstGeom prst="rect">
            <a:avLst/>
          </a:prstGeom>
        </p:spPr>
      </p:pic>
      <p:pic>
        <p:nvPicPr>
          <p:cNvPr id="42" name="!!ch_f2l1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270000" y="5537200"/>
            <a:ext cx="2260600" cy="254000"/>
          </a:xfrm>
          <a:prstGeom prst="rect">
            <a:avLst/>
          </a:prstGeom>
        </p:spPr>
      </p:pic>
      <p:pic>
        <p:nvPicPr>
          <p:cNvPr id="43" name="!!ch_f2b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10000" y="5562600"/>
            <a:ext cx="38100" cy="190500"/>
          </a:xfrm>
          <a:prstGeom prst="rect">
            <a:avLst/>
          </a:prstGeom>
        </p:spPr>
      </p:pic>
      <p:pic>
        <p:nvPicPr>
          <p:cNvPr id="44" name="!!ch_f2l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447800" y="5905500"/>
            <a:ext cx="2082800" cy="254000"/>
          </a:xfrm>
          <a:prstGeom prst="rect">
            <a:avLst/>
          </a:prstGeom>
        </p:spPr>
      </p:pic>
      <p:pic>
        <p:nvPicPr>
          <p:cNvPr id="45" name="!!ch_f2b15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10000" y="5930900"/>
            <a:ext cx="38100" cy="190500"/>
          </a:xfrm>
          <a:prstGeom prst="rect">
            <a:avLst/>
          </a:prstGeom>
        </p:spPr>
      </p:pic>
      <p:pic>
        <p:nvPicPr>
          <p:cNvPr id="46" name="!!robot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6500" y="304800"/>
            <a:ext cx="63500" cy="5918200"/>
          </a:xfrm>
          <a:prstGeom prst="rect">
            <a:avLst/>
          </a:prstGeom>
        </p:spPr>
      </p:pic>
      <p:pic>
        <p:nvPicPr>
          <p:cNvPr id="9" name="!!ch_f2h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800" y="355600"/>
            <a:ext cx="2082800" cy="2921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2" name="!!ch_f2y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68900" y="5842000"/>
            <a:ext cx="457200" cy="254000"/>
          </a:xfrm>
          <a:prstGeom prst="rect">
            <a:avLst/>
          </a:prstGeom>
        </p:spPr>
      </p:pic>
      <p:pic>
        <p:nvPicPr>
          <p:cNvPr id="13" name="!!ch_f2y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75400" y="5842000"/>
            <a:ext cx="558800" cy="2540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76400" y="3810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0" y="406400"/>
            <a:ext cx="3238500" cy="190500"/>
          </a:xfrm>
          <a:prstGeom prst="rect">
            <a:avLst/>
          </a:prstGeom>
        </p:spPr>
      </p:pic>
      <p:pic>
        <p:nvPicPr>
          <p:cNvPr id="17" name="!!ch_f2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39000" y="812800"/>
            <a:ext cx="1219200" cy="2794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33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10000" y="774700"/>
            <a:ext cx="1778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71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10000" y="1143000"/>
            <a:ext cx="1587500" cy="190500"/>
          </a:xfrm>
          <a:prstGeom prst="rect">
            <a:avLst/>
          </a:prstGeom>
        </p:spPr>
      </p:pic>
      <p:pic>
        <p:nvPicPr>
          <p:cNvPr id="22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59000" y="1485900"/>
            <a:ext cx="1371600" cy="304800"/>
          </a:xfrm>
          <a:prstGeom prst="rect">
            <a:avLst/>
          </a:prstGeom>
        </p:spPr>
      </p:pic>
      <p:pic>
        <p:nvPicPr>
          <p:cNvPr id="23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10000" y="1511300"/>
            <a:ext cx="1079500" cy="190500"/>
          </a:xfrm>
          <a:prstGeom prst="rect">
            <a:avLst/>
          </a:prstGeom>
        </p:spPr>
      </p:pic>
      <p:pic>
        <p:nvPicPr>
          <p:cNvPr id="24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98600" y="1854200"/>
            <a:ext cx="2032000" cy="254000"/>
          </a:xfrm>
          <a:prstGeom prst="rect">
            <a:avLst/>
          </a:prstGeom>
        </p:spPr>
      </p:pic>
      <p:pic>
        <p:nvPicPr>
          <p:cNvPr id="25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10000" y="1879600"/>
            <a:ext cx="762000" cy="190500"/>
          </a:xfrm>
          <a:prstGeom prst="rect">
            <a:avLst/>
          </a:prstGeom>
        </p:spPr>
      </p:pic>
      <p:pic>
        <p:nvPicPr>
          <p:cNvPr id="26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6000" y="2222500"/>
            <a:ext cx="2514600" cy="254000"/>
          </a:xfrm>
          <a:prstGeom prst="rect">
            <a:avLst/>
          </a:prstGeom>
        </p:spPr>
      </p:pic>
      <p:pic>
        <p:nvPicPr>
          <p:cNvPr id="27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810000" y="2247900"/>
            <a:ext cx="508000" cy="190500"/>
          </a:xfrm>
          <a:prstGeom prst="rect">
            <a:avLst/>
          </a:prstGeom>
        </p:spPr>
      </p:pic>
      <p:pic>
        <p:nvPicPr>
          <p:cNvPr id="28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97000" y="2590800"/>
            <a:ext cx="2133600" cy="254000"/>
          </a:xfrm>
          <a:prstGeom prst="rect">
            <a:avLst/>
          </a:prstGeom>
        </p:spPr>
      </p:pic>
      <p:pic>
        <p:nvPicPr>
          <p:cNvPr id="29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810000" y="2616200"/>
            <a:ext cx="508000" cy="190500"/>
          </a:xfrm>
          <a:prstGeom prst="rect">
            <a:avLst/>
          </a:prstGeom>
        </p:spPr>
      </p:pic>
      <p:pic>
        <p:nvPicPr>
          <p:cNvPr id="30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2959100"/>
            <a:ext cx="1701800" cy="254000"/>
          </a:xfrm>
          <a:prstGeom prst="rect">
            <a:avLst/>
          </a:prstGeom>
        </p:spPr>
      </p:pic>
      <p:pic>
        <p:nvPicPr>
          <p:cNvPr id="31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10000" y="2984500"/>
            <a:ext cx="444500" cy="190500"/>
          </a:xfrm>
          <a:prstGeom prst="rect">
            <a:avLst/>
          </a:prstGeom>
        </p:spPr>
      </p:pic>
      <p:pic>
        <p:nvPicPr>
          <p:cNvPr id="32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447800" y="3327400"/>
            <a:ext cx="2082800" cy="304800"/>
          </a:xfrm>
          <a:prstGeom prst="rect">
            <a:avLst/>
          </a:prstGeom>
        </p:spPr>
      </p:pic>
      <p:pic>
        <p:nvPicPr>
          <p:cNvPr id="33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810000" y="3352800"/>
            <a:ext cx="292100" cy="190500"/>
          </a:xfrm>
          <a:prstGeom prst="rect">
            <a:avLst/>
          </a:prstGeom>
        </p:spPr>
      </p:pic>
      <p:pic>
        <p:nvPicPr>
          <p:cNvPr id="34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651000" y="3695700"/>
            <a:ext cx="1879600" cy="254000"/>
          </a:xfrm>
          <a:prstGeom prst="rect">
            <a:avLst/>
          </a:prstGeom>
        </p:spPr>
      </p:pic>
      <p:pic>
        <p:nvPicPr>
          <p:cNvPr id="35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810000" y="3721100"/>
            <a:ext cx="114300" cy="190500"/>
          </a:xfrm>
          <a:prstGeom prst="rect">
            <a:avLst/>
          </a:prstGeom>
        </p:spPr>
      </p:pic>
      <p:pic>
        <p:nvPicPr>
          <p:cNvPr id="36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320800" y="4064000"/>
            <a:ext cx="2209800" cy="254000"/>
          </a:xfrm>
          <a:prstGeom prst="rect">
            <a:avLst/>
          </a:prstGeom>
        </p:spPr>
      </p:pic>
      <p:pic>
        <p:nvPicPr>
          <p:cNvPr id="37" name="!!ch_f2b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810000" y="4089400"/>
            <a:ext cx="114300" cy="190500"/>
          </a:xfrm>
          <a:prstGeom prst="rect">
            <a:avLst/>
          </a:prstGeom>
        </p:spPr>
      </p:pic>
      <p:pic>
        <p:nvPicPr>
          <p:cNvPr id="38" name="!!ch_f2l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549400" y="4432300"/>
            <a:ext cx="1981200" cy="304800"/>
          </a:xfrm>
          <a:prstGeom prst="rect">
            <a:avLst/>
          </a:prstGeom>
        </p:spPr>
      </p:pic>
      <p:pic>
        <p:nvPicPr>
          <p:cNvPr id="39" name="!!ch_f2b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810000" y="4457700"/>
            <a:ext cx="88900" cy="190500"/>
          </a:xfrm>
          <a:prstGeom prst="rect">
            <a:avLst/>
          </a:prstGeom>
        </p:spPr>
      </p:pic>
      <p:pic>
        <p:nvPicPr>
          <p:cNvPr id="40" name="!!ch_f2l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90600" y="4800600"/>
            <a:ext cx="2540000" cy="254000"/>
          </a:xfrm>
          <a:prstGeom prst="rect">
            <a:avLst/>
          </a:prstGeom>
        </p:spPr>
      </p:pic>
      <p:pic>
        <p:nvPicPr>
          <p:cNvPr id="41" name="!!ch_f2b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810000" y="4826000"/>
            <a:ext cx="88900" cy="190500"/>
          </a:xfrm>
          <a:prstGeom prst="rect">
            <a:avLst/>
          </a:prstGeom>
        </p:spPr>
      </p:pic>
      <p:pic>
        <p:nvPicPr>
          <p:cNvPr id="42" name="!!ch_f2l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68400" y="5168900"/>
            <a:ext cx="2362200" cy="254000"/>
          </a:xfrm>
          <a:prstGeom prst="rect">
            <a:avLst/>
          </a:prstGeom>
        </p:spPr>
      </p:pic>
      <p:pic>
        <p:nvPicPr>
          <p:cNvPr id="43" name="!!ch_f2b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10000" y="5194300"/>
            <a:ext cx="63500" cy="190500"/>
          </a:xfrm>
          <a:prstGeom prst="rect">
            <a:avLst/>
          </a:prstGeom>
        </p:spPr>
      </p:pic>
      <p:pic>
        <p:nvPicPr>
          <p:cNvPr id="44" name="!!ch_f2l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270000" y="5537200"/>
            <a:ext cx="2260600" cy="254000"/>
          </a:xfrm>
          <a:prstGeom prst="rect">
            <a:avLst/>
          </a:prstGeom>
        </p:spPr>
      </p:pic>
      <p:pic>
        <p:nvPicPr>
          <p:cNvPr id="45" name="!!ch_f2b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810000" y="5562600"/>
            <a:ext cx="38100" cy="190500"/>
          </a:xfrm>
          <a:prstGeom prst="rect">
            <a:avLst/>
          </a:prstGeom>
        </p:spPr>
      </p:pic>
      <p:pic>
        <p:nvPicPr>
          <p:cNvPr id="46" name="!!ch_f2l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447800" y="5905500"/>
            <a:ext cx="2082800" cy="254000"/>
          </a:xfrm>
          <a:prstGeom prst="rect">
            <a:avLst/>
          </a:prstGeom>
        </p:spPr>
      </p:pic>
      <p:pic>
        <p:nvPicPr>
          <p:cNvPr id="47" name="!!ch_f2b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810000" y="5930900"/>
            <a:ext cx="38100" cy="190500"/>
          </a:xfrm>
          <a:prstGeom prst="rect">
            <a:avLst/>
          </a:prstGeom>
        </p:spPr>
      </p:pic>
      <p:pic>
        <p:nvPicPr>
          <p:cNvPr id="48" name="!!robo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49" name="!!held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080250" y="190500"/>
            <a:ext cx="2349500" cy="4222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6500" y="304800"/>
            <a:ext cx="63500" cy="59182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304800"/>
            <a:ext cx="63500" cy="6007100"/>
          </a:xfrm>
          <a:prstGeom prst="rect">
            <a:avLst/>
          </a:prstGeom>
        </p:spPr>
      </p:pic>
      <p:pic>
        <p:nvPicPr>
          <p:cNvPr id="10" name="!!ch_f2key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8400" y="1409700"/>
            <a:ext cx="3073400" cy="3937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2" name="!!ch_bd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3" name="!!ch_f2y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8900" y="5842000"/>
            <a:ext cx="457200" cy="254000"/>
          </a:xfrm>
          <a:prstGeom prst="rect">
            <a:avLst/>
          </a:prstGeom>
        </p:spPr>
      </p:pic>
      <p:pic>
        <p:nvPicPr>
          <p:cNvPr id="14" name="!!ch_f2y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75400" y="5842000"/>
            <a:ext cx="558800" cy="2540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6400" y="3810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0" y="406400"/>
            <a:ext cx="3238500" cy="1905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33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10000" y="774700"/>
            <a:ext cx="1778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71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10000" y="1143000"/>
            <a:ext cx="1587500" cy="190500"/>
          </a:xfrm>
          <a:prstGeom prst="rect">
            <a:avLst/>
          </a:prstGeom>
        </p:spPr>
      </p:pic>
      <p:pic>
        <p:nvPicPr>
          <p:cNvPr id="22" name="!!ch_f2h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78000" y="1524000"/>
            <a:ext cx="254000" cy="2032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59000" y="14859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10000" y="1511300"/>
            <a:ext cx="1079500" cy="190500"/>
          </a:xfrm>
          <a:prstGeom prst="rect">
            <a:avLst/>
          </a:prstGeom>
        </p:spPr>
      </p:pic>
      <p:pic>
        <p:nvPicPr>
          <p:cNvPr id="25" name="!!ch_f2l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98600" y="1854200"/>
            <a:ext cx="2032000" cy="254000"/>
          </a:xfrm>
          <a:prstGeom prst="rect">
            <a:avLst/>
          </a:prstGeom>
        </p:spPr>
      </p:pic>
      <p:pic>
        <p:nvPicPr>
          <p:cNvPr id="26" name="!!ch_f2b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1879600"/>
            <a:ext cx="762000" cy="190500"/>
          </a:xfrm>
          <a:prstGeom prst="rect">
            <a:avLst/>
          </a:prstGeom>
        </p:spPr>
      </p:pic>
      <p:pic>
        <p:nvPicPr>
          <p:cNvPr id="27" name="!!ch_f2hl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5000" y="2260600"/>
            <a:ext cx="254000" cy="203200"/>
          </a:xfrm>
          <a:prstGeom prst="rect">
            <a:avLst/>
          </a:prstGeom>
        </p:spPr>
      </p:pic>
      <p:pic>
        <p:nvPicPr>
          <p:cNvPr id="28" name="!!ch_f2l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16000" y="2222500"/>
            <a:ext cx="2514600" cy="254000"/>
          </a:xfrm>
          <a:prstGeom prst="rect">
            <a:avLst/>
          </a:prstGeom>
        </p:spPr>
      </p:pic>
      <p:pic>
        <p:nvPicPr>
          <p:cNvPr id="29" name="!!ch_f2b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247900"/>
            <a:ext cx="508000" cy="190500"/>
          </a:xfrm>
          <a:prstGeom prst="rect">
            <a:avLst/>
          </a:prstGeom>
        </p:spPr>
      </p:pic>
      <p:pic>
        <p:nvPicPr>
          <p:cNvPr id="30" name="!!ch_f2l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397000" y="2590800"/>
            <a:ext cx="2133600" cy="254000"/>
          </a:xfrm>
          <a:prstGeom prst="rect">
            <a:avLst/>
          </a:prstGeom>
        </p:spPr>
      </p:pic>
      <p:pic>
        <p:nvPicPr>
          <p:cNvPr id="31" name="!!ch_f2b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616200"/>
            <a:ext cx="508000" cy="190500"/>
          </a:xfrm>
          <a:prstGeom prst="rect">
            <a:avLst/>
          </a:prstGeom>
        </p:spPr>
      </p:pic>
      <p:pic>
        <p:nvPicPr>
          <p:cNvPr id="32" name="!!ch_f2l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828800" y="2959100"/>
            <a:ext cx="1701800" cy="254000"/>
          </a:xfrm>
          <a:prstGeom prst="rect">
            <a:avLst/>
          </a:prstGeom>
        </p:spPr>
      </p:pic>
      <p:pic>
        <p:nvPicPr>
          <p:cNvPr id="33" name="!!ch_f2b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810000" y="2984500"/>
            <a:ext cx="444500" cy="190500"/>
          </a:xfrm>
          <a:prstGeom prst="rect">
            <a:avLst/>
          </a:prstGeom>
        </p:spPr>
      </p:pic>
      <p:pic>
        <p:nvPicPr>
          <p:cNvPr id="34" name="!!ch_f2l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447800" y="3327400"/>
            <a:ext cx="2082800" cy="304800"/>
          </a:xfrm>
          <a:prstGeom prst="rect">
            <a:avLst/>
          </a:prstGeom>
        </p:spPr>
      </p:pic>
      <p:pic>
        <p:nvPicPr>
          <p:cNvPr id="35" name="!!ch_f2b8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352800"/>
            <a:ext cx="292100" cy="190500"/>
          </a:xfrm>
          <a:prstGeom prst="rect">
            <a:avLst/>
          </a:prstGeom>
        </p:spPr>
      </p:pic>
      <p:pic>
        <p:nvPicPr>
          <p:cNvPr id="36" name="!!ch_f2l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651000" y="3695700"/>
            <a:ext cx="1879600" cy="254000"/>
          </a:xfrm>
          <a:prstGeom prst="rect">
            <a:avLst/>
          </a:prstGeom>
        </p:spPr>
      </p:pic>
      <p:pic>
        <p:nvPicPr>
          <p:cNvPr id="37" name="!!ch_f2b9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3721100"/>
            <a:ext cx="114300" cy="190500"/>
          </a:xfrm>
          <a:prstGeom prst="rect">
            <a:avLst/>
          </a:prstGeom>
        </p:spPr>
      </p:pic>
      <p:pic>
        <p:nvPicPr>
          <p:cNvPr id="38" name="!!ch_f2l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320800" y="4064000"/>
            <a:ext cx="2209800" cy="254000"/>
          </a:xfrm>
          <a:prstGeom prst="rect">
            <a:avLst/>
          </a:prstGeom>
        </p:spPr>
      </p:pic>
      <p:pic>
        <p:nvPicPr>
          <p:cNvPr id="39" name="!!ch_f2b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4089400"/>
            <a:ext cx="114300" cy="190500"/>
          </a:xfrm>
          <a:prstGeom prst="rect">
            <a:avLst/>
          </a:prstGeom>
        </p:spPr>
      </p:pic>
      <p:pic>
        <p:nvPicPr>
          <p:cNvPr id="40" name="!!ch_f2hl1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68400" y="4470400"/>
            <a:ext cx="254000" cy="2032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549400" y="4432300"/>
            <a:ext cx="19812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4457700"/>
            <a:ext cx="88900" cy="1905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90600" y="4800600"/>
            <a:ext cx="2540000" cy="2540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4826000"/>
            <a:ext cx="88900" cy="190500"/>
          </a:xfrm>
          <a:prstGeom prst="rect">
            <a:avLst/>
          </a:prstGeom>
        </p:spPr>
      </p:pic>
      <p:pic>
        <p:nvPicPr>
          <p:cNvPr id="45" name="!!ch_f2hl1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7400" y="5207000"/>
            <a:ext cx="254000" cy="203200"/>
          </a:xfrm>
          <a:prstGeom prst="rect">
            <a:avLst/>
          </a:prstGeom>
        </p:spPr>
      </p:pic>
      <p:pic>
        <p:nvPicPr>
          <p:cNvPr id="46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168400" y="5168900"/>
            <a:ext cx="2362200" cy="254000"/>
          </a:xfrm>
          <a:prstGeom prst="rect">
            <a:avLst/>
          </a:prstGeom>
        </p:spPr>
      </p:pic>
      <p:pic>
        <p:nvPicPr>
          <p:cNvPr id="47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5194300"/>
            <a:ext cx="63500" cy="190500"/>
          </a:xfrm>
          <a:prstGeom prst="rect">
            <a:avLst/>
          </a:prstGeom>
        </p:spPr>
      </p:pic>
      <p:pic>
        <p:nvPicPr>
          <p:cNvPr id="48" name="!!ch_f2hl1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9000" y="5575300"/>
            <a:ext cx="254000" cy="203200"/>
          </a:xfrm>
          <a:prstGeom prst="rect">
            <a:avLst/>
          </a:prstGeom>
        </p:spPr>
      </p:pic>
      <p:pic>
        <p:nvPicPr>
          <p:cNvPr id="49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270000" y="5537200"/>
            <a:ext cx="2260600" cy="254000"/>
          </a:xfrm>
          <a:prstGeom prst="rect">
            <a:avLst/>
          </a:prstGeom>
        </p:spPr>
      </p:pic>
      <p:pic>
        <p:nvPicPr>
          <p:cNvPr id="50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0" y="5562600"/>
            <a:ext cx="38100" cy="190500"/>
          </a:xfrm>
          <a:prstGeom prst="rect">
            <a:avLst/>
          </a:prstGeom>
        </p:spPr>
      </p:pic>
      <p:pic>
        <p:nvPicPr>
          <p:cNvPr id="51" name="!!ch_f2hl1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6800" y="5943600"/>
            <a:ext cx="254000" cy="2032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447800" y="5905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0" y="5930900"/>
            <a:ext cx="38100" cy="190500"/>
          </a:xfrm>
          <a:prstGeom prst="rect">
            <a:avLst/>
          </a:prstGeom>
        </p:spPr>
      </p:pic>
      <p:pic>
        <p:nvPicPr>
          <p:cNvPr id="54" name="!!ch_f2keyb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30800" y="1524000"/>
            <a:ext cx="254000" cy="203200"/>
          </a:xfrm>
          <a:prstGeom prst="rect">
            <a:avLst/>
          </a:prstGeom>
        </p:spPr>
      </p:pic>
      <p:pic>
        <p:nvPicPr>
          <p:cNvPr id="55" name="!!ch_f2key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511800" y="1485900"/>
            <a:ext cx="2336800" cy="304800"/>
          </a:xfrm>
          <a:prstGeom prst="rect">
            <a:avLst/>
          </a:prstGeom>
        </p:spPr>
      </p:pic>
      <p:pic>
        <p:nvPicPr>
          <p:cNvPr id="56" name="!!ch_f2br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216400" y="3683000"/>
            <a:ext cx="190500" cy="2476500"/>
          </a:xfrm>
          <a:prstGeom prst="rect">
            <a:avLst/>
          </a:prstGeom>
        </p:spPr>
      </p:pic>
      <p:pic>
        <p:nvPicPr>
          <p:cNvPr id="57" name="!!ch_f2brl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495800" y="4521200"/>
            <a:ext cx="1117600" cy="787400"/>
          </a:xfrm>
          <a:prstGeom prst="rect">
            <a:avLst/>
          </a:prstGeom>
        </p:spPr>
      </p:pic>
      <p:pic>
        <p:nvPicPr>
          <p:cNvPr id="58" name="!!robot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000" y="5397500"/>
            <a:ext cx="3048000" cy="444500"/>
          </a:xfrm>
          <a:prstGeom prst="rect">
            <a:avLst/>
          </a:prstGeom>
        </p:spPr>
      </p:pic>
      <p:pic>
        <p:nvPicPr>
          <p:cNvPr id="6" name="!!fold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3492500"/>
            <a:ext cx="3048000" cy="2349500"/>
          </a:xfrm>
          <a:prstGeom prst="rect">
            <a:avLst/>
          </a:prstGeom>
        </p:spPr>
      </p:pic>
      <p:pic>
        <p:nvPicPr>
          <p:cNvPr id="7" name="!!term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6000" y="3175000"/>
            <a:ext cx="3048000" cy="2222500"/>
          </a:xfrm>
          <a:prstGeom prst="rect">
            <a:avLst/>
          </a:prstGeom>
        </p:spPr>
      </p:pic>
      <p:pic>
        <p:nvPicPr>
          <p:cNvPr id="8" name="!!doc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3500" y="3302000"/>
            <a:ext cx="1968500" cy="2540000"/>
          </a:xfrm>
          <a:prstGeom prst="rect">
            <a:avLst/>
          </a:prstGeom>
        </p:spPr>
      </p:pic>
      <p:pic>
        <p:nvPicPr>
          <p:cNvPr id="9" name="!!arr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4500" y="4508500"/>
            <a:ext cx="508000" cy="254000"/>
          </a:xfrm>
          <a:prstGeom prst="rect">
            <a:avLst/>
          </a:prstGeom>
        </p:spPr>
      </p:pic>
      <p:pic>
        <p:nvPicPr>
          <p:cNvPr id="10" name="!!arr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0" y="4508500"/>
            <a:ext cx="508000" cy="254000"/>
          </a:xfrm>
          <a:prstGeom prst="rect">
            <a:avLst/>
          </a:prstGeom>
        </p:spPr>
      </p:pic>
      <p:pic>
        <p:nvPicPr>
          <p:cNvPr id="11" name="!!t_folde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984500"/>
            <a:ext cx="2921000" cy="317500"/>
          </a:xfrm>
          <a:prstGeom prst="rect">
            <a:avLst/>
          </a:prstGeom>
        </p:spPr>
      </p:pic>
      <p:pic>
        <p:nvPicPr>
          <p:cNvPr id="12" name="!!t_term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7500" y="2667000"/>
            <a:ext cx="1936750" cy="3175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80500" y="2730500"/>
            <a:ext cx="171450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8" name="!!ch_rech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1422400"/>
            <a:ext cx="965200" cy="254000"/>
          </a:xfrm>
          <a:prstGeom prst="rect">
            <a:avLst/>
          </a:prstGeom>
        </p:spPr>
      </p:pic>
      <p:pic>
        <p:nvPicPr>
          <p:cNvPr id="9" name="!!ch_rech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422400"/>
            <a:ext cx="736600" cy="2032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11" name="!!ch_rec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400" y="1905000"/>
            <a:ext cx="584200" cy="254000"/>
          </a:xfrm>
          <a:prstGeom prst="rect">
            <a:avLst/>
          </a:prstGeom>
        </p:spPr>
      </p:pic>
      <p:pic>
        <p:nvPicPr>
          <p:cNvPr id="12" name="!!ch_recv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7400" y="1905000"/>
            <a:ext cx="584200" cy="254000"/>
          </a:xfrm>
          <a:prstGeom prst="rect">
            <a:avLst/>
          </a:prstGeom>
        </p:spPr>
      </p:pic>
      <p:pic>
        <p:nvPicPr>
          <p:cNvPr id="13" name="!!ch_rec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1879600"/>
            <a:ext cx="406400" cy="3556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5" name="!!ch_recv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99000" y="2336800"/>
            <a:ext cx="355600" cy="254000"/>
          </a:xfrm>
          <a:prstGeom prst="rect">
            <a:avLst/>
          </a:prstGeom>
        </p:spPr>
      </p:pic>
      <p:pic>
        <p:nvPicPr>
          <p:cNvPr id="16" name="!!ch_recv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0" y="2336800"/>
            <a:ext cx="355600" cy="254000"/>
          </a:xfrm>
          <a:prstGeom prst="rect">
            <a:avLst/>
          </a:prstGeom>
        </p:spPr>
      </p:pic>
      <p:pic>
        <p:nvPicPr>
          <p:cNvPr id="17" name="!!ch_rec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2311400"/>
            <a:ext cx="406400" cy="3556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9" name="!!ch_recv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95800" y="2768600"/>
            <a:ext cx="558800" cy="254000"/>
          </a:xfrm>
          <a:prstGeom prst="rect">
            <a:avLst/>
          </a:prstGeom>
        </p:spPr>
      </p:pic>
      <p:pic>
        <p:nvPicPr>
          <p:cNvPr id="20" name="!!ch_recv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92800" y="2768600"/>
            <a:ext cx="558800" cy="254000"/>
          </a:xfrm>
          <a:prstGeom prst="rect">
            <a:avLst/>
          </a:prstGeom>
        </p:spPr>
      </p:pic>
      <p:pic>
        <p:nvPicPr>
          <p:cNvPr id="21" name="!!ch_rect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2743200"/>
            <a:ext cx="406400" cy="3556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23" name="!!ch_recv3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95800" y="3200400"/>
            <a:ext cx="558800" cy="254000"/>
          </a:xfrm>
          <a:prstGeom prst="rect">
            <a:avLst/>
          </a:prstGeom>
        </p:spPr>
      </p:pic>
      <p:pic>
        <p:nvPicPr>
          <p:cNvPr id="24" name="!!ch_recv3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92800" y="3200400"/>
            <a:ext cx="558800" cy="254000"/>
          </a:xfrm>
          <a:prstGeom prst="rect">
            <a:avLst/>
          </a:prstGeom>
        </p:spPr>
      </p:pic>
      <p:pic>
        <p:nvPicPr>
          <p:cNvPr id="25" name="!!ch_rec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3175000"/>
            <a:ext cx="406400" cy="355600"/>
          </a:xfrm>
          <a:prstGeom prst="rect">
            <a:avLst/>
          </a:prstGeom>
        </p:spPr>
      </p:pic>
      <p:pic>
        <p:nvPicPr>
          <p:cNvPr id="26" name="!!ch_r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27" name="!!ch_recv4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97400" y="3632200"/>
            <a:ext cx="457200" cy="254000"/>
          </a:xfrm>
          <a:prstGeom prst="rect">
            <a:avLst/>
          </a:prstGeom>
        </p:spPr>
      </p:pic>
      <p:pic>
        <p:nvPicPr>
          <p:cNvPr id="28" name="!!ch_recv4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94400" y="3632200"/>
            <a:ext cx="457200" cy="254000"/>
          </a:xfrm>
          <a:prstGeom prst="rect">
            <a:avLst/>
          </a:prstGeom>
        </p:spPr>
      </p:pic>
      <p:pic>
        <p:nvPicPr>
          <p:cNvPr id="29" name="!!ch_rect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3606800"/>
            <a:ext cx="406400" cy="355600"/>
          </a:xfrm>
          <a:prstGeom prst="rect">
            <a:avLst/>
          </a:prstGeom>
        </p:spPr>
      </p:pic>
      <p:pic>
        <p:nvPicPr>
          <p:cNvPr id="30" name="!!ch_rn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31" name="!!ch_recv5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597400" y="4064000"/>
            <a:ext cx="457200" cy="254000"/>
          </a:xfrm>
          <a:prstGeom prst="rect">
            <a:avLst/>
          </a:prstGeom>
        </p:spPr>
      </p:pic>
      <p:pic>
        <p:nvPicPr>
          <p:cNvPr id="32" name="!!ch_recv5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994400" y="4064000"/>
            <a:ext cx="457200" cy="254000"/>
          </a:xfrm>
          <a:prstGeom prst="rect">
            <a:avLst/>
          </a:prstGeom>
        </p:spPr>
      </p:pic>
      <p:pic>
        <p:nvPicPr>
          <p:cNvPr id="33" name="!!ch_rect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4038600"/>
            <a:ext cx="406400" cy="355600"/>
          </a:xfrm>
          <a:prstGeom prst="rect">
            <a:avLst/>
          </a:prstGeom>
        </p:spPr>
      </p:pic>
      <p:pic>
        <p:nvPicPr>
          <p:cNvPr id="34" name="!!ch_r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35" name="!!ch_recv6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97400" y="4495800"/>
            <a:ext cx="457200" cy="254000"/>
          </a:xfrm>
          <a:prstGeom prst="rect">
            <a:avLst/>
          </a:prstGeom>
        </p:spPr>
      </p:pic>
      <p:pic>
        <p:nvPicPr>
          <p:cNvPr id="36" name="!!ch_recv61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994400" y="4495800"/>
            <a:ext cx="457200" cy="254000"/>
          </a:xfrm>
          <a:prstGeom prst="rect">
            <a:avLst/>
          </a:prstGeom>
        </p:spPr>
      </p:pic>
      <p:pic>
        <p:nvPicPr>
          <p:cNvPr id="37" name="!!ch_rect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4470400"/>
            <a:ext cx="406400" cy="355600"/>
          </a:xfrm>
          <a:prstGeom prst="rect">
            <a:avLst/>
          </a:prstGeom>
        </p:spPr>
      </p:pic>
      <p:pic>
        <p:nvPicPr>
          <p:cNvPr id="38" name="!!ch_r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39" name="!!ch_recv7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95800" y="4927600"/>
            <a:ext cx="558800" cy="254000"/>
          </a:xfrm>
          <a:prstGeom prst="rect">
            <a:avLst/>
          </a:prstGeom>
        </p:spPr>
      </p:pic>
      <p:pic>
        <p:nvPicPr>
          <p:cNvPr id="40" name="!!ch_recv7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92800" y="4927600"/>
            <a:ext cx="558800" cy="254000"/>
          </a:xfrm>
          <a:prstGeom prst="rect">
            <a:avLst/>
          </a:prstGeom>
        </p:spPr>
      </p:pic>
      <p:pic>
        <p:nvPicPr>
          <p:cNvPr id="41" name="!!ch_rect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4902200"/>
            <a:ext cx="406400" cy="355600"/>
          </a:xfrm>
          <a:prstGeom prst="rect">
            <a:avLst/>
          </a:prstGeom>
        </p:spPr>
      </p:pic>
      <p:pic>
        <p:nvPicPr>
          <p:cNvPr id="42" name="!!robot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842000"/>
            <a:ext cx="1016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4500" y="5842000"/>
            <a:ext cx="3175000" cy="190500"/>
          </a:xfrm>
          <a:prstGeom prst="rect">
            <a:avLst/>
          </a:prstGeom>
        </p:spPr>
      </p:pic>
      <p:pic>
        <p:nvPicPr>
          <p:cNvPr id="6" name="!!plinth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762500"/>
            <a:ext cx="2540000" cy="1079500"/>
          </a:xfrm>
          <a:prstGeom prst="rect">
            <a:avLst/>
          </a:prstGeom>
        </p:spPr>
      </p:pic>
      <p:pic>
        <p:nvPicPr>
          <p:cNvPr id="7" name="!!plinth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500" y="4762500"/>
            <a:ext cx="2540000" cy="1079500"/>
          </a:xfrm>
          <a:prstGeom prst="rect">
            <a:avLst/>
          </a:prstGeom>
        </p:spPr>
      </p:pic>
      <p:pic>
        <p:nvPicPr>
          <p:cNvPr id="8" name="!!plinth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4762500"/>
            <a:ext cx="2540000" cy="1079500"/>
          </a:xfrm>
          <a:prstGeom prst="rect">
            <a:avLst/>
          </a:prstGeom>
        </p:spPr>
      </p:pic>
      <p:pic>
        <p:nvPicPr>
          <p:cNvPr id="9" name="!!p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50" y="2222500"/>
            <a:ext cx="1968500" cy="2540000"/>
          </a:xfrm>
          <a:prstGeom prst="rect">
            <a:avLst/>
          </a:prstGeom>
        </p:spPr>
      </p:pic>
      <p:pic>
        <p:nvPicPr>
          <p:cNvPr id="10" name="!!dia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2984500"/>
            <a:ext cx="2730500" cy="1778000"/>
          </a:xfrm>
          <a:prstGeom prst="rect">
            <a:avLst/>
          </a:prstGeom>
        </p:spPr>
      </p:pic>
      <p:pic>
        <p:nvPicPr>
          <p:cNvPr id="11" name="!!swa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3492500"/>
            <a:ext cx="1746250" cy="1270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3" name="!!t_p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651000"/>
            <a:ext cx="1682750" cy="381000"/>
          </a:xfrm>
          <a:prstGeom prst="rect">
            <a:avLst/>
          </a:prstGeom>
        </p:spPr>
      </p:pic>
      <p:pic>
        <p:nvPicPr>
          <p:cNvPr id="14" name="!!t_dia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476500"/>
            <a:ext cx="2190750" cy="317500"/>
          </a:xfrm>
          <a:prstGeom prst="rect">
            <a:avLst/>
          </a:prstGeom>
        </p:spPr>
      </p:pic>
      <p:pic>
        <p:nvPicPr>
          <p:cNvPr id="15" name="!!t_swap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12000" y="2921000"/>
            <a:ext cx="241300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7" name="!!sta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10" name="!!t_num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1" name="!!t_la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2" name="!!t_num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3" name="!!t_la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dia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000" y="2413000"/>
            <a:ext cx="5143500" cy="3429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0" y="3111500"/>
            <a:ext cx="3556000" cy="2730500"/>
          </a:xfrm>
          <a:prstGeom prst="rect">
            <a:avLst/>
          </a:prstGeom>
        </p:spPr>
      </p:pic>
      <p:pic>
        <p:nvPicPr>
          <p:cNvPr id="8" name="!!t_cu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500" y="2000250"/>
            <a:ext cx="1968500" cy="635000"/>
          </a:xfrm>
          <a:prstGeom prst="rect">
            <a:avLst/>
          </a:prstGeom>
        </p:spPr>
      </p:pic>
      <p:pic>
        <p:nvPicPr>
          <p:cNvPr id="9" name="!!t_cu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0000" y="2000250"/>
            <a:ext cx="2349500" cy="635000"/>
          </a:xfrm>
          <a:prstGeom prst="rect">
            <a:avLst/>
          </a:prstGeom>
        </p:spPr>
      </p:pic>
      <p:pic>
        <p:nvPicPr>
          <p:cNvPr id="10" name="!!t_tick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5207000"/>
            <a:ext cx="635000" cy="317500"/>
          </a:xfrm>
          <a:prstGeom prst="rect">
            <a:avLst/>
          </a:prstGeom>
        </p:spPr>
      </p:pic>
      <p:pic>
        <p:nvPicPr>
          <p:cNvPr id="11" name="!!t_tick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9000" y="5207000"/>
            <a:ext cx="63500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ch_rk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1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2" name="!!swap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36000" y="4508500"/>
            <a:ext cx="1270000" cy="952500"/>
          </a:xfrm>
          <a:prstGeom prst="rect">
            <a:avLst/>
          </a:prstGeom>
        </p:spPr>
      </p:pic>
      <p:pic>
        <p:nvPicPr>
          <p:cNvPr id="33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5842000"/>
            <a:ext cx="10477500" cy="190500"/>
          </a:xfrm>
          <a:prstGeom prst="rect">
            <a:avLst/>
          </a:prstGeom>
        </p:spPr>
      </p:pic>
      <p:pic>
        <p:nvPicPr>
          <p:cNvPr id="5" name="!!panel_p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6" name="!!de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7" name="!!pi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8" name="!!fly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9" name="!!fly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10" name="!!t_fif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1" name="!!t_s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9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slip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9" name="!!slip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10" name="!!slip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1" name="!!t_o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2" name="!!t_ne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3" name="!!t_pc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4" name="!!t_p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0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1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2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699000"/>
            <a:ext cx="269875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6600" y="33020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42000" y="3098800"/>
            <a:ext cx="1079500" cy="5588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9300" y="3149600"/>
            <a:ext cx="355600" cy="508000"/>
          </a:xfrm>
          <a:prstGeom prst="rect">
            <a:avLst/>
          </a:prstGeom>
        </p:spPr>
      </p:pic>
      <p:pic>
        <p:nvPicPr>
          <p:cNvPr id="16" name="!!ch_dst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17" name="!!ch_dst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18" name="!!ch_dst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2" name="!!ch_dsb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3" name="!!ch_ds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4" name="!!ch_ds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76600" y="3251200"/>
            <a:ext cx="1879600" cy="254000"/>
          </a:xfrm>
          <a:prstGeom prst="rect">
            <a:avLst/>
          </a:prstGeom>
        </p:spPr>
      </p:pic>
      <p:pic>
        <p:nvPicPr>
          <p:cNvPr id="15" name="!!ch_ds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42000" y="3098800"/>
            <a:ext cx="2222500" cy="558800"/>
          </a:xfrm>
          <a:prstGeom prst="rect">
            <a:avLst/>
          </a:prstGeom>
        </p:spPr>
      </p:pic>
      <p:pic>
        <p:nvPicPr>
          <p:cNvPr id="16" name="!!ch_ds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42300" y="3149600"/>
            <a:ext cx="558800" cy="508000"/>
          </a:xfrm>
          <a:prstGeom prst="rect">
            <a:avLst/>
          </a:prstGeom>
        </p:spPr>
      </p:pic>
      <p:pic>
        <p:nvPicPr>
          <p:cNvPr id="17" name="!!ch_ds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4292600"/>
            <a:ext cx="1244600" cy="203200"/>
          </a:xfrm>
          <a:prstGeom prst="rect">
            <a:avLst/>
          </a:prstGeom>
        </p:spPr>
      </p:pic>
      <p:pic>
        <p:nvPicPr>
          <p:cNvPr id="18" name="!!ch_ds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2000" y="4089400"/>
            <a:ext cx="1079500" cy="558800"/>
          </a:xfrm>
          <a:prstGeom prst="rect">
            <a:avLst/>
          </a:prstGeom>
        </p:spPr>
      </p:pic>
      <p:pic>
        <p:nvPicPr>
          <p:cNvPr id="19" name="!!ch_ds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9300" y="4140200"/>
            <a:ext cx="355600" cy="508000"/>
          </a:xfrm>
          <a:prstGeom prst="rect">
            <a:avLst/>
          </a:prstGeom>
        </p:spPr>
      </p:pic>
      <p:pic>
        <p:nvPicPr>
          <p:cNvPr id="20" name="!!ch_ds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21" name="!!ch_ds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22" name="!!ch_ds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4" name="!!held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71750" y="3270250"/>
            <a:ext cx="698500" cy="1841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86000"/>
            <a:ext cx="63500" cy="23495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5720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lg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600" y="1981200"/>
            <a:ext cx="1879600" cy="254000"/>
          </a:xfrm>
          <a:prstGeom prst="rect">
            <a:avLst/>
          </a:prstGeom>
        </p:spPr>
      </p:pic>
      <p:pic>
        <p:nvPicPr>
          <p:cNvPr id="12" name="!!ch_dsc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6600" y="2717800"/>
            <a:ext cx="2540000" cy="254000"/>
          </a:xfrm>
          <a:prstGeom prst="rect">
            <a:avLst/>
          </a:prstGeom>
        </p:spPr>
      </p:pic>
      <p:pic>
        <p:nvPicPr>
          <p:cNvPr id="13" name="!!ch_ds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59500" y="2438400"/>
            <a:ext cx="2222500" cy="355600"/>
          </a:xfrm>
          <a:prstGeom prst="rect">
            <a:avLst/>
          </a:prstGeom>
        </p:spPr>
      </p:pic>
      <p:pic>
        <p:nvPicPr>
          <p:cNvPr id="14" name="!!ch_ds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59800" y="2425700"/>
            <a:ext cx="419100" cy="381000"/>
          </a:xfrm>
          <a:prstGeom prst="rect">
            <a:avLst/>
          </a:prstGeom>
        </p:spPr>
      </p:pic>
      <p:pic>
        <p:nvPicPr>
          <p:cNvPr id="15" name="!!ch_ds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59500" y="2895600"/>
            <a:ext cx="1079500" cy="355600"/>
          </a:xfrm>
          <a:prstGeom prst="rect">
            <a:avLst/>
          </a:prstGeom>
        </p:spPr>
      </p:pic>
      <p:pic>
        <p:nvPicPr>
          <p:cNvPr id="16" name="!!ch_ds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16800" y="2882900"/>
            <a:ext cx="266700" cy="381000"/>
          </a:xfrm>
          <a:prstGeom prst="rect">
            <a:avLst/>
          </a:prstGeom>
        </p:spPr>
      </p:pic>
      <p:pic>
        <p:nvPicPr>
          <p:cNvPr id="17" name="!!ch_dsc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3886200"/>
            <a:ext cx="2463800" cy="254000"/>
          </a:xfrm>
          <a:prstGeom prst="rect">
            <a:avLst/>
          </a:prstGeom>
        </p:spPr>
      </p:pic>
      <p:pic>
        <p:nvPicPr>
          <p:cNvPr id="18" name="!!ch_ds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59500" y="3606800"/>
            <a:ext cx="381000" cy="355600"/>
          </a:xfrm>
          <a:prstGeom prst="rect">
            <a:avLst/>
          </a:prstGeom>
        </p:spPr>
      </p:pic>
      <p:pic>
        <p:nvPicPr>
          <p:cNvPr id="19" name="!!ch_ds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18300" y="3594100"/>
            <a:ext cx="266700" cy="381000"/>
          </a:xfrm>
          <a:prstGeom prst="rect">
            <a:avLst/>
          </a:prstGeom>
        </p:spPr>
      </p:pic>
      <p:pic>
        <p:nvPicPr>
          <p:cNvPr id="20" name="!!ch_dsb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59500" y="4064000"/>
            <a:ext cx="571500" cy="355600"/>
          </a:xfrm>
          <a:prstGeom prst="rect">
            <a:avLst/>
          </a:prstGeom>
        </p:spPr>
      </p:pic>
      <p:pic>
        <p:nvPicPr>
          <p:cNvPr id="21" name="!!ch_dsv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08800" y="4051300"/>
            <a:ext cx="266700" cy="381000"/>
          </a:xfrm>
          <a:prstGeom prst="rect">
            <a:avLst/>
          </a:prstGeom>
        </p:spPr>
      </p:pic>
      <p:pic>
        <p:nvPicPr>
          <p:cNvPr id="22" name="!!ch_ds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70600" y="4749800"/>
            <a:ext cx="152400" cy="254000"/>
          </a:xfrm>
          <a:prstGeom prst="rect">
            <a:avLst/>
          </a:prstGeom>
        </p:spPr>
      </p:pic>
      <p:pic>
        <p:nvPicPr>
          <p:cNvPr id="23" name="!!ch_dst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61300" y="4749800"/>
            <a:ext cx="254000" cy="254000"/>
          </a:xfrm>
          <a:prstGeom prst="rect">
            <a:avLst/>
          </a:prstGeom>
        </p:spPr>
      </p:pic>
      <p:pic>
        <p:nvPicPr>
          <p:cNvPr id="24" name="!!ch_dst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652000" y="4749800"/>
            <a:ext cx="355600" cy="254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8" name="!!ch_ds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600" y="1651000"/>
            <a:ext cx="5283200" cy="304800"/>
          </a:xfrm>
          <a:prstGeom prst="rect">
            <a:avLst/>
          </a:prstGeom>
        </p:spPr>
      </p:pic>
      <p:pic>
        <p:nvPicPr>
          <p:cNvPr id="9" name="!!ch_dsr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3100" y="2222500"/>
            <a:ext cx="7226300" cy="584200"/>
          </a:xfrm>
          <a:prstGeom prst="rect">
            <a:avLst/>
          </a:prstGeom>
        </p:spPr>
      </p:pic>
      <p:pic>
        <p:nvPicPr>
          <p:cNvPr id="10" name="!!ch_dsr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3302000"/>
            <a:ext cx="4546600" cy="304800"/>
          </a:xfrm>
          <a:prstGeom prst="rect">
            <a:avLst/>
          </a:prstGeom>
        </p:spPr>
      </p:pic>
      <p:pic>
        <p:nvPicPr>
          <p:cNvPr id="11" name="!!ch_dsr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3937000"/>
            <a:ext cx="4953000" cy="3048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6" name="!!ch_ex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7" name="!!ch_ex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8" name="!!ch_ext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9" name="!!ch_excap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6" name="!!ch_exb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7" name="!!ch_ex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8" name="!!ch_ex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9" name="!!ch_ex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20" name="!!ch_ex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1" name="!!ch_ex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2" name="!!ch_ex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3" name="!!ch_ext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4" name="!!ch_excap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711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5842000"/>
            <a:ext cx="9525000" cy="190500"/>
          </a:xfrm>
          <a:prstGeom prst="rect">
            <a:avLst/>
          </a:prstGeom>
        </p:spPr>
      </p:pic>
      <p:pic>
        <p:nvPicPr>
          <p:cNvPr id="5" name="!!doc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6" name="!!arr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7" name="!!arr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8" name="!!k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9" name="!!kdat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10" name="!!ksiz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1" name="!!kag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2" name="!!t_do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3" name="!!t_kgeo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4" name="!!t_koth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4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5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6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7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18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19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0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1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2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3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4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5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6" name="!!ch_kd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7" name="!!ch_kdg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28" name="!!ch_kdo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29" name="!!ch_kdn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0" name="!!ch_kdg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1" name="!!ch_kdo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2" name="!!ch_kdn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3" name="!!ch_kdg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4" name="!!ch_kdo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5" name="!!cue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k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006600"/>
            <a:ext cx="10515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0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1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2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3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4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5" name="!!ch_kdv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75500" y="2057400"/>
            <a:ext cx="863600" cy="254000"/>
          </a:xfrm>
          <a:prstGeom prst="rect">
            <a:avLst/>
          </a:prstGeom>
        </p:spPr>
      </p:pic>
      <p:pic>
        <p:nvPicPr>
          <p:cNvPr id="16" name="!!ch_kdv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99500" y="2057400"/>
            <a:ext cx="6350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9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0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1" name="!!ch_kdo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2" name="!!ch_kdn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3" name="!!ch_kdg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4" name="!!ch_kdo6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5" name="!!ch_kd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6" name="!!ch_kdg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7" name="!!ch_kdo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8" name="!!cue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kdhl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3632200"/>
            <a:ext cx="10515600" cy="381000"/>
          </a:xfrm>
          <a:prstGeom prst="rect">
            <a:avLst/>
          </a:prstGeom>
        </p:spPr>
      </p:pic>
      <p:pic>
        <p:nvPicPr>
          <p:cNvPr id="9" name="!!ch_kdhl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445000"/>
            <a:ext cx="10515600" cy="381000"/>
          </a:xfrm>
          <a:prstGeom prst="rect">
            <a:avLst/>
          </a:prstGeom>
        </p:spPr>
      </p:pic>
      <p:pic>
        <p:nvPicPr>
          <p:cNvPr id="10" name="!!ch_kdhl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851400"/>
            <a:ext cx="10515600" cy="3810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2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3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4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5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6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9" name="!!ch_kdv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62500" y="3683000"/>
            <a:ext cx="762000" cy="254000"/>
          </a:xfrm>
          <a:prstGeom prst="rect">
            <a:avLst/>
          </a:prstGeom>
        </p:spPr>
      </p:pic>
      <p:pic>
        <p:nvPicPr>
          <p:cNvPr id="30" name="!!ch_kdv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271000" y="3683000"/>
            <a:ext cx="736600" cy="254000"/>
          </a:xfrm>
          <a:prstGeom prst="rect">
            <a:avLst/>
          </a:prstGeom>
        </p:spPr>
      </p:pic>
      <p:pic>
        <p:nvPicPr>
          <p:cNvPr id="31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2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3" name="!!ch_kdo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4" name="!!ch_kdn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5" name="!!ch_kdg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6" name="!!ch_kdo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7" name="!!ch_kdvg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83100" y="4495800"/>
            <a:ext cx="736600" cy="254000"/>
          </a:xfrm>
          <a:prstGeom prst="rect">
            <a:avLst/>
          </a:prstGeom>
        </p:spPr>
      </p:pic>
      <p:pic>
        <p:nvPicPr>
          <p:cNvPr id="38" name="!!ch_kdvo6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334500" y="4495800"/>
            <a:ext cx="736600" cy="254000"/>
          </a:xfrm>
          <a:prstGeom prst="rect">
            <a:avLst/>
          </a:prstGeom>
        </p:spPr>
      </p:pic>
      <p:pic>
        <p:nvPicPr>
          <p:cNvPr id="39" name="!!ch_kdn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40" name="!!ch_kdg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41" name="!!ch_kdo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42" name="!!ch_kdvg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83100" y="4902200"/>
            <a:ext cx="736600" cy="254000"/>
          </a:xfrm>
          <a:prstGeom prst="rect">
            <a:avLst/>
          </a:prstGeom>
        </p:spPr>
      </p:pic>
      <p:pic>
        <p:nvPicPr>
          <p:cNvPr id="43" name="!!ch_kdvo7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414000" y="4902200"/>
            <a:ext cx="863600" cy="254000"/>
          </a:xfrm>
          <a:prstGeom prst="rect">
            <a:avLst/>
          </a:prstGeom>
        </p:spPr>
      </p:pic>
      <p:pic>
        <p:nvPicPr>
          <p:cNvPr id="44" name="!!cue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26670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9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10" name="!!t_uni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6" name="!!panel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0" y="5143500"/>
            <a:ext cx="5270500" cy="698500"/>
          </a:xfrm>
          <a:prstGeom prst="rect">
            <a:avLst/>
          </a:prstGeom>
        </p:spPr>
      </p:pic>
      <p:pic>
        <p:nvPicPr>
          <p:cNvPr id="7" name="!!scale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968500"/>
            <a:ext cx="5016500" cy="317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10" name="!!t_ln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11" name="!!t_uni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2" name="!!t_lye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0500" y="5302250"/>
            <a:ext cx="2857500" cy="317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5" name="!!fac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2190750"/>
            <a:ext cx="4064000" cy="1174750"/>
          </a:xfrm>
          <a:prstGeom prst="rect">
            <a:avLst/>
          </a:prstGeom>
        </p:spPr>
      </p:pic>
      <p:pic>
        <p:nvPicPr>
          <p:cNvPr id="6" name="!!compas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857250"/>
            <a:ext cx="2508250" cy="2508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v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2250" y="3746500"/>
            <a:ext cx="2381250" cy="857250"/>
          </a:xfrm>
          <a:prstGeom prst="rect">
            <a:avLst/>
          </a:prstGeom>
        </p:spPr>
      </p:pic>
      <p:pic>
        <p:nvPicPr>
          <p:cNvPr id="9" name="!!t_v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3750" y="3746500"/>
            <a:ext cx="225425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8" name="!!fac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87750" y="444500"/>
            <a:ext cx="5048250" cy="381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5500" y="444500"/>
            <a:ext cx="5048250" cy="381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t_t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61250" y="317500"/>
            <a:ext cx="266700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g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rcglb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4838700"/>
            <a:ext cx="2768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1" name="!!ch_rcl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2" name="!!ch_rcl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3" name="!!ch_rc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4" name="!!ch_rcp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5" name="!!ch_rc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6" name="!!ch_rc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7" name="!!ch_rcp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8" name="!!ch_rc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9" name="!!ch_rcg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1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57750" y="4889500"/>
            <a:ext cx="4286250" cy="222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4191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an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794000"/>
            <a:ext cx="4254500" cy="1968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750" y="3397250"/>
            <a:ext cx="3175000" cy="244475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compas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di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10" name="!!ch_di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1" name="!!ch_di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2" name="!!ch_di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3" name="!!ch_di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4" name="!!ch_di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5" name="!!ch_di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6" name="!!ch_di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7" name="!!ch_di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8" name="!!map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9" name="!!ch_div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20" name="!!ch_di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1" name="!!ch_diar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3" name="!!t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4" name="!!t_l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5" name="!!t_al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6" name="!!t_l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17" name="!!t_l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07000" y="2000250"/>
            <a:ext cx="12065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3206750"/>
            <a:ext cx="95250" cy="635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0" y="3429000"/>
            <a:ext cx="3492500" cy="1682750"/>
          </a:xfrm>
          <a:prstGeom prst="rect">
            <a:avLst/>
          </a:prstGeom>
        </p:spPr>
      </p:pic>
      <p:pic>
        <p:nvPicPr>
          <p:cNvPr id="18" name="!!t_al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9" name="!!t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20" name="!!t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07000" y="2000250"/>
            <a:ext cx="1206500" cy="635000"/>
          </a:xfrm>
          <a:prstGeom prst="rect">
            <a:avLst/>
          </a:prstGeom>
        </p:spPr>
      </p:pic>
      <p:pic>
        <p:nvPicPr>
          <p:cNvPr id="21" name="!!t_l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7250" y="3206750"/>
            <a:ext cx="1016000" cy="635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lad_q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4159250"/>
            <a:ext cx="3873500" cy="1206500"/>
          </a:xfrm>
          <a:prstGeom prst="rect">
            <a:avLst/>
          </a:prstGeom>
        </p:spPr>
      </p:pic>
      <p:pic>
        <p:nvPicPr>
          <p:cNvPr id="14" name="!!slot_l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5" name="!!slot_l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6" name="!!slot_l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1500" y="3206750"/>
            <a:ext cx="95250" cy="635000"/>
          </a:xfrm>
          <a:prstGeom prst="rect">
            <a:avLst/>
          </a:prstGeom>
        </p:spPr>
      </p:pic>
      <p:pic>
        <p:nvPicPr>
          <p:cNvPr id="17" name="!!slot_l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1500" y="4413250"/>
            <a:ext cx="2984500" cy="635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9" name="!!t_al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20" name="!!t_l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21" name="!!t_lv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07000" y="2000250"/>
            <a:ext cx="1206500" cy="635000"/>
          </a:xfrm>
          <a:prstGeom prst="rect">
            <a:avLst/>
          </a:prstGeom>
        </p:spPr>
      </p:pic>
      <p:pic>
        <p:nvPicPr>
          <p:cNvPr id="22" name="!!t_l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67250" y="3206750"/>
            <a:ext cx="1016000" cy="635000"/>
          </a:xfrm>
          <a:prstGeom prst="rect">
            <a:avLst/>
          </a:prstGeom>
        </p:spPr>
      </p:pic>
      <p:pic>
        <p:nvPicPr>
          <p:cNvPr id="23" name="!!t_lv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56500" y="4413250"/>
            <a:ext cx="1524000" cy="63500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q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6" name="!!qq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7" name="!!qno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8" name="!!qok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9" name="!!qno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10" name="!!qok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1" name="!!t_read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09750" y="4953000"/>
            <a:ext cx="3175000" cy="635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1270000"/>
            <a:ext cx="5397500" cy="3492500"/>
          </a:xfrm>
          <a:prstGeom prst="rect">
            <a:avLst/>
          </a:prstGeom>
        </p:spPr>
      </p:pic>
      <p:pic>
        <p:nvPicPr>
          <p:cNvPr id="5" name="!!map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254000"/>
            <a:ext cx="5461000" cy="730250"/>
          </a:xfrm>
          <a:prstGeom prst="rect">
            <a:avLst/>
          </a:prstGeom>
        </p:spPr>
      </p:pic>
      <p:pic>
        <p:nvPicPr>
          <p:cNvPr id="7" name="!!t_read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2750" y="4953000"/>
            <a:ext cx="3175000" cy="635000"/>
          </a:xfrm>
          <a:prstGeom prst="rect">
            <a:avLst/>
          </a:prstGeom>
        </p:spPr>
      </p:pic>
      <p:pic>
        <p:nvPicPr>
          <p:cNvPr id="8" name="!!t_read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" y="4953000"/>
            <a:ext cx="5175250" cy="635000"/>
          </a:xfrm>
          <a:prstGeom prst="rect">
            <a:avLst/>
          </a:prstGeom>
        </p:spPr>
      </p:pic>
      <p:pic>
        <p:nvPicPr>
          <p:cNvPr id="9" name="!!t_ans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500" y="4984750"/>
            <a:ext cx="1079500" cy="571500"/>
          </a:xfrm>
          <a:prstGeom prst="rect">
            <a:avLst/>
          </a:prstGeom>
        </p:spPr>
      </p:pic>
      <p:pic>
        <p:nvPicPr>
          <p:cNvPr id="10" name="!!t_ans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0" y="4984750"/>
            <a:ext cx="857250" cy="571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59944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304800"/>
            <a:ext cx="63500" cy="55118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04800"/>
            <a:ext cx="63500" cy="55118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6500" y="304800"/>
            <a:ext cx="63500" cy="5511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5179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013200"/>
            <a:ext cx="2159000" cy="6731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8900" y="54356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54356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47625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6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0" y="406400"/>
            <a:ext cx="3238500" cy="190500"/>
          </a:xfrm>
          <a:prstGeom prst="rect">
            <a:avLst/>
          </a:prstGeom>
        </p:spPr>
      </p:pic>
      <p:pic>
        <p:nvPicPr>
          <p:cNvPr id="16" name="!!ch_f2k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50100" y="406400"/>
            <a:ext cx="203200" cy="1778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33600" y="7239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10000" y="749300"/>
            <a:ext cx="1778000" cy="190500"/>
          </a:xfrm>
          <a:prstGeom prst="rect">
            <a:avLst/>
          </a:prstGeom>
        </p:spPr>
      </p:pic>
      <p:pic>
        <p:nvPicPr>
          <p:cNvPr id="19" name="!!ch_f2k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89600" y="749300"/>
            <a:ext cx="203200" cy="1778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71600" y="10668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0" y="1092200"/>
            <a:ext cx="1587500" cy="190500"/>
          </a:xfrm>
          <a:prstGeom prst="rect">
            <a:avLst/>
          </a:prstGeom>
        </p:spPr>
      </p:pic>
      <p:pic>
        <p:nvPicPr>
          <p:cNvPr id="22" name="!!ch_f2k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99100" y="1092200"/>
            <a:ext cx="203200" cy="1778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59000" y="14097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10000" y="1435100"/>
            <a:ext cx="1079500" cy="190500"/>
          </a:xfrm>
          <a:prstGeom prst="rect">
            <a:avLst/>
          </a:prstGeom>
        </p:spPr>
      </p:pic>
      <p:pic>
        <p:nvPicPr>
          <p:cNvPr id="25" name="!!ch_f2k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91100" y="1435100"/>
            <a:ext cx="203200" cy="177800"/>
          </a:xfrm>
          <a:prstGeom prst="rect">
            <a:avLst/>
          </a:prstGeom>
        </p:spPr>
      </p:pic>
      <p:pic>
        <p:nvPicPr>
          <p:cNvPr id="26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98600" y="1752600"/>
            <a:ext cx="2032000" cy="254000"/>
          </a:xfrm>
          <a:prstGeom prst="rect">
            <a:avLst/>
          </a:prstGeom>
        </p:spPr>
      </p:pic>
      <p:pic>
        <p:nvPicPr>
          <p:cNvPr id="27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10000" y="1778000"/>
            <a:ext cx="762000" cy="190500"/>
          </a:xfrm>
          <a:prstGeom prst="rect">
            <a:avLst/>
          </a:prstGeom>
        </p:spPr>
      </p:pic>
      <p:pic>
        <p:nvPicPr>
          <p:cNvPr id="28" name="!!ch_f2k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73600" y="1778000"/>
            <a:ext cx="203200" cy="1778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16000" y="2095500"/>
            <a:ext cx="2514600" cy="2540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2120900"/>
            <a:ext cx="508000" cy="190500"/>
          </a:xfrm>
          <a:prstGeom prst="rect">
            <a:avLst/>
          </a:prstGeom>
        </p:spPr>
      </p:pic>
      <p:pic>
        <p:nvPicPr>
          <p:cNvPr id="31" name="!!ch_f2k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19600" y="2120900"/>
            <a:ext cx="203200" cy="177800"/>
          </a:xfrm>
          <a:prstGeom prst="rect">
            <a:avLst/>
          </a:prstGeom>
        </p:spPr>
      </p:pic>
      <p:pic>
        <p:nvPicPr>
          <p:cNvPr id="32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97000" y="2438400"/>
            <a:ext cx="2133600" cy="254000"/>
          </a:xfrm>
          <a:prstGeom prst="rect">
            <a:avLst/>
          </a:prstGeom>
        </p:spPr>
      </p:pic>
      <p:pic>
        <p:nvPicPr>
          <p:cNvPr id="33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2463800"/>
            <a:ext cx="508000" cy="190500"/>
          </a:xfrm>
          <a:prstGeom prst="rect">
            <a:avLst/>
          </a:prstGeom>
        </p:spPr>
      </p:pic>
      <p:pic>
        <p:nvPicPr>
          <p:cNvPr id="34" name="!!ch_f2k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19600" y="2463800"/>
            <a:ext cx="203200" cy="177800"/>
          </a:xfrm>
          <a:prstGeom prst="rect">
            <a:avLst/>
          </a:prstGeom>
        </p:spPr>
      </p:pic>
      <p:pic>
        <p:nvPicPr>
          <p:cNvPr id="35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2781300"/>
            <a:ext cx="1701800" cy="254000"/>
          </a:xfrm>
          <a:prstGeom prst="rect">
            <a:avLst/>
          </a:prstGeom>
        </p:spPr>
      </p:pic>
      <p:pic>
        <p:nvPicPr>
          <p:cNvPr id="36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810000" y="2806700"/>
            <a:ext cx="444500" cy="190500"/>
          </a:xfrm>
          <a:prstGeom prst="rect">
            <a:avLst/>
          </a:prstGeom>
        </p:spPr>
      </p:pic>
      <p:pic>
        <p:nvPicPr>
          <p:cNvPr id="37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447800" y="3124200"/>
            <a:ext cx="2082800" cy="304800"/>
          </a:xfrm>
          <a:prstGeom prst="rect">
            <a:avLst/>
          </a:prstGeom>
        </p:spPr>
      </p:pic>
      <p:pic>
        <p:nvPicPr>
          <p:cNvPr id="38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810000" y="3149600"/>
            <a:ext cx="292100" cy="190500"/>
          </a:xfrm>
          <a:prstGeom prst="rect">
            <a:avLst/>
          </a:prstGeom>
        </p:spPr>
      </p:pic>
      <p:pic>
        <p:nvPicPr>
          <p:cNvPr id="39" name="!!ch_f2k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03700" y="3149600"/>
            <a:ext cx="203200" cy="177800"/>
          </a:xfrm>
          <a:prstGeom prst="rect">
            <a:avLst/>
          </a:prstGeom>
        </p:spPr>
      </p:pic>
      <p:pic>
        <p:nvPicPr>
          <p:cNvPr id="40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651000" y="3467100"/>
            <a:ext cx="1879600" cy="254000"/>
          </a:xfrm>
          <a:prstGeom prst="rect">
            <a:avLst/>
          </a:prstGeom>
        </p:spPr>
      </p:pic>
      <p:pic>
        <p:nvPicPr>
          <p:cNvPr id="41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492500"/>
            <a:ext cx="114300" cy="190500"/>
          </a:xfrm>
          <a:prstGeom prst="rect">
            <a:avLst/>
          </a:prstGeom>
        </p:spPr>
      </p:pic>
      <p:pic>
        <p:nvPicPr>
          <p:cNvPr id="42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320800" y="3810000"/>
            <a:ext cx="2209800" cy="254000"/>
          </a:xfrm>
          <a:prstGeom prst="rect">
            <a:avLst/>
          </a:prstGeom>
        </p:spPr>
      </p:pic>
      <p:pic>
        <p:nvPicPr>
          <p:cNvPr id="43" name="!!ch_f2b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835400"/>
            <a:ext cx="114300" cy="190500"/>
          </a:xfrm>
          <a:prstGeom prst="rect">
            <a:avLst/>
          </a:prstGeom>
        </p:spPr>
      </p:pic>
      <p:pic>
        <p:nvPicPr>
          <p:cNvPr id="44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549400" y="4152900"/>
            <a:ext cx="1981200" cy="304800"/>
          </a:xfrm>
          <a:prstGeom prst="rect">
            <a:avLst/>
          </a:prstGeom>
        </p:spPr>
      </p:pic>
      <p:pic>
        <p:nvPicPr>
          <p:cNvPr id="45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810000" y="4178300"/>
            <a:ext cx="88900" cy="190500"/>
          </a:xfrm>
          <a:prstGeom prst="rect">
            <a:avLst/>
          </a:prstGeom>
        </p:spPr>
      </p:pic>
      <p:pic>
        <p:nvPicPr>
          <p:cNvPr id="46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0600" y="4495800"/>
            <a:ext cx="2540000" cy="254000"/>
          </a:xfrm>
          <a:prstGeom prst="rect">
            <a:avLst/>
          </a:prstGeom>
        </p:spPr>
      </p:pic>
      <p:pic>
        <p:nvPicPr>
          <p:cNvPr id="47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810000" y="4521200"/>
            <a:ext cx="88900" cy="190500"/>
          </a:xfrm>
          <a:prstGeom prst="rect">
            <a:avLst/>
          </a:prstGeom>
        </p:spPr>
      </p:pic>
      <p:pic>
        <p:nvPicPr>
          <p:cNvPr id="48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168400" y="4838700"/>
            <a:ext cx="2362200" cy="254000"/>
          </a:xfrm>
          <a:prstGeom prst="rect">
            <a:avLst/>
          </a:prstGeom>
        </p:spPr>
      </p:pic>
      <p:pic>
        <p:nvPicPr>
          <p:cNvPr id="49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10000" y="4864100"/>
            <a:ext cx="63500" cy="190500"/>
          </a:xfrm>
          <a:prstGeom prst="rect">
            <a:avLst/>
          </a:prstGeom>
        </p:spPr>
      </p:pic>
      <p:pic>
        <p:nvPicPr>
          <p:cNvPr id="50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270000" y="5181600"/>
            <a:ext cx="2260600" cy="254000"/>
          </a:xfrm>
          <a:prstGeom prst="rect">
            <a:avLst/>
          </a:prstGeom>
        </p:spPr>
      </p:pic>
      <p:pic>
        <p:nvPicPr>
          <p:cNvPr id="51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5207000"/>
            <a:ext cx="38100" cy="1905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447800" y="5524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5549900"/>
            <a:ext cx="38100" cy="190500"/>
          </a:xfrm>
          <a:prstGeom prst="rect">
            <a:avLst/>
          </a:prstGeom>
        </p:spPr>
      </p:pic>
      <p:pic>
        <p:nvPicPr>
          <p:cNvPr id="54" name="!!ch_f2kk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1574800"/>
            <a:ext cx="203200" cy="177800"/>
          </a:xfrm>
          <a:prstGeom prst="rect">
            <a:avLst/>
          </a:prstGeom>
        </p:spPr>
      </p:pic>
      <p:pic>
        <p:nvPicPr>
          <p:cNvPr id="55" name="!!ch_f2k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629400" y="1524000"/>
            <a:ext cx="2006600" cy="673100"/>
          </a:xfrm>
          <a:prstGeom prst="rect">
            <a:avLst/>
          </a:prstGeom>
        </p:spPr>
      </p:pic>
      <p:pic>
        <p:nvPicPr>
          <p:cNvPr id="56" name="!!robo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57" name="!!cue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699000"/>
            <a:ext cx="269875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6191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6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750" y="825500"/>
            <a:ext cx="3556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1206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9250" y="409575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095750"/>
            <a:ext cx="231775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6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825500"/>
            <a:ext cx="3556000" cy="4508500"/>
          </a:xfrm>
          <a:prstGeom prst="rect">
            <a:avLst/>
          </a:prstGeom>
        </p:spPr>
      </p:pic>
      <p:pic>
        <p:nvPicPr>
          <p:cNvPr id="7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250" y="1428750"/>
            <a:ext cx="2222500" cy="2222500"/>
          </a:xfrm>
          <a:prstGeom prst="rect">
            <a:avLst/>
          </a:prstGeom>
        </p:spPr>
      </p:pic>
      <p:pic>
        <p:nvPicPr>
          <p:cNvPr id="8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9" name="!!lim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1206500"/>
            <a:ext cx="3556000" cy="2730500"/>
          </a:xfrm>
          <a:prstGeom prst="rect">
            <a:avLst/>
          </a:prstGeom>
        </p:spPr>
      </p:pic>
      <p:pic>
        <p:nvPicPr>
          <p:cNvPr id="10" name="!!t_lim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4095750"/>
            <a:ext cx="2508250" cy="857250"/>
          </a:xfrm>
          <a:prstGeom prst="rect">
            <a:avLst/>
          </a:prstGeom>
        </p:spPr>
      </p:pic>
      <p:pic>
        <p:nvPicPr>
          <p:cNvPr id="11" name="!!t_lim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2" name="!!t_lim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0" y="4095750"/>
            <a:ext cx="2571750" cy="857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thank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21000" y="571500"/>
            <a:ext cx="6350000" cy="1238250"/>
          </a:xfrm>
          <a:prstGeom prst="rect">
            <a:avLst/>
          </a:prstGeom>
        </p:spPr>
      </p:pic>
      <p:pic>
        <p:nvPicPr>
          <p:cNvPr id="10" name="!!t_nam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0500" y="1968500"/>
            <a:ext cx="6731000" cy="349250"/>
          </a:xfrm>
          <a:prstGeom prst="rect">
            <a:avLst/>
          </a:prstGeom>
        </p:spPr>
      </p:pic>
      <p:pic>
        <p:nvPicPr>
          <p:cNvPr id="11" name="!!t_rep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8875" y="250825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