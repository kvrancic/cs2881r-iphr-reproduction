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paper's first figure shows the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first figure shows the idea.</a:t>
            </a:r>
          </a:p>
          <a:p/>
          <a:p>
            <a:r>
              <a:t>NEXT: A model is asked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model is asked whether the Ajay River in India is south of the Salar de Arizaro in Argentina.</a:t>
            </a:r>
          </a:p>
          <a:p/>
          <a:p>
            <a:r>
              <a:t>NEXT: In a separate chat it is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it is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Gemini 2.5 Flash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Gemini 2.5 Flash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own.</a:t>
            </a:r>
          </a:p>
          <a:p/>
          <a:p>
            <a:r>
              <a:t>NEXT: Neither one mentions that the model tends to say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one mentions that the model tends to say no to this kind of question.</a:t>
            </a:r>
          </a:p>
          <a:p/>
          <a:p>
            <a:r>
              <a:t>NEXT: The authors built almost five thousand pairs like this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pairs like this about little-known books, films, people and places.</a:t>
            </a:r>
          </a:p>
          <a:p/>
          <a:p>
            <a:r>
              <a:t>NEXT: They asked every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every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it usually leans for that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it usually leans for that kind of question.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We did three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three things.</a:t>
            </a:r>
          </a:p>
          <a:p/>
          <a:p>
            <a:r>
              <a:t>NEXT: First, we recomputed the figure from the authors' released data with our own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 with our own code.</a:t>
            </a:r>
          </a:p>
          <a:p/>
          <a:p>
            <a:r>
              <a:t>NEXT: For the eight models whose raw counts were released we get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raw counts were released we get exactly their numbers.</a:t>
            </a:r>
          </a:p>
          <a:p/>
          <a:p>
            <a:r>
              <a:t>NEXT: We also found two small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two small discrepancies.</a:t>
            </a:r>
          </a:p>
          <a:p/>
          <a:p>
            <a:r>
              <a:t>NEXT: The plotting script divides by the wrong number of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plotting script divides by the wrong number of pairs.</a:t>
            </a:r>
          </a:p>
          <a:p/>
          <a:p>
            <a:r>
              <a:t>NEXT: The paper's retest also uses a looser cutoff than it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retest also uses a looser cutoff than it states.</a:t>
            </a:r>
          </a:p>
          <a:p/>
          <a:p>
            <a:r>
              <a:t>NEXT: At the stated cutoff about sixty percent of flags survive, where the paper reports seventy-six.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the stated cutoff about sixty percent of flags survive, where the paper reports seventy-six.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model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model is retired, so we built our own labeller,</a:t>
            </a:r>
          </a:p>
          <a:p/>
          <a:p>
            <a:r>
              <a:t>NEXT: which matches their labels on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ninety-nine percent of their answers.</a:t>
            </a:r>
          </a:p>
          <a:p/>
          <a:p>
            <a:r>
              <a:t>NEXT: On the four original models that are still online,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four original models that are still online,</a:t>
            </a:r>
          </a:p>
          <a:p/>
          <a:p>
            <a:r>
              <a:t>NEXT: the size of each model's lean comes back almost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size of each model's lean comes back almost exactly.</a:t>
            </a:r>
          </a:p>
          <a:p/>
          <a:p>
            <a:r>
              <a:t>NEXT: The flag rate comes back for GPT-4o mini and Llama.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 rate comes back for GPT-4o mini and Llama.</a:t>
            </a:r>
          </a:p>
          <a:p/>
          <a:p>
            <a:r>
              <a:t>NEXT: For DeepSeek it depends on where the cutoff 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DeepSeek it depends on where the cutoff falls.</a:t>
            </a:r>
          </a:p>
          <a:p/>
          <a:p>
            <a:r>
              <a:t>NEXT: For GPT-4o mini and Llama, single flags repeat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GPT-4o mini and Llama, single flags repeat</a:t>
            </a:r>
          </a:p>
          <a:p/>
          <a:p>
            <a:r>
              <a:t>NEXT: about as often as ten answers per question allow.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as often as ten answers per question allow.</a:t>
            </a:r>
          </a:p>
          <a:p/>
          <a:p>
            <a:r>
              <a:t>NEXT: Then we asked what produces the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we asked what produces the flags.</a:t>
            </a:r>
          </a:p>
          <a:p/>
          <a:p>
            <a:r>
              <a:t>NEXT: A very simple model predicts their number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very simple model predicts their number</a:t>
            </a:r>
          </a:p>
          <a:p/>
          <a:p>
            <a:r>
              <a:t>NEXT: for half of the paper's models and for all eight of our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half of the paper's models and for all eight of our runs.</a:t>
            </a:r>
          </a:p>
          <a:p/>
          <a:p>
            <a:r>
              <a:t>NEXT: Either the model knows the answer,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Either the model knows the answer,</a:t>
            </a:r>
          </a:p>
          <a:p/>
          <a:p>
            <a:r>
              <a:t>NEXT: or it guesses with one fixed lean for each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 it guesses with one fixed lean for each kind of question.</a:t>
            </a:r>
          </a:p>
          <a:p/>
          <a:p>
            <a:r>
              <a:t>NEXT: The leans split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leans split cleanly.</a:t>
            </a:r>
          </a:p>
          <a:p/>
          <a:p>
            <a:r>
              <a:t>NEXT: On dates, sizes and ages the models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 models lean towards yes.</a:t>
            </a:r>
          </a:p>
          <a:p/>
          <a:p>
            <a:r>
              <a:t>NEXT: On geography they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they lean towards no.</a:t>
            </a:r>
          </a:p>
          <a:p/>
          <a:p>
            <a:r>
              <a:t>NEXT: That led to our two extensions.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led to our two extensions.</a:t>
            </a:r>
          </a:p>
          <a:p/>
          <a:p>
            <a:r>
              <a:t>NEXT: In the first,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first, we printed both true values above each question.</a:t>
            </a:r>
          </a:p>
          <a:p/>
          <a:p>
            <a:r>
              <a:t>NEXT: The flags almost disappear for every model we tried.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flags almost disappear for every model we tried.</a:t>
            </a:r>
          </a:p>
          <a:p/>
          <a:p>
            <a:r>
              <a:t>NEXT: So the lean only acts when the model does not have the facts in front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the lean only acts when the model does not have the facts in front of it.</a:t>
            </a:r>
          </a:p>
          <a:p/>
          <a:p>
            <a:r>
              <a:t>NEXT: In the second, we kept the geography questions without any facts but asked them in exact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second, we kept the geography questions without any facts but asked them in exact terms.</a:t>
            </a:r>
          </a:p>
          <a:p/>
          <a:p>
            <a:r>
              <a:t>NEXT: We asked whether one place has a more western longitude than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asked whether one place has a more western longitude than another.</a:t>
            </a:r>
          </a:p>
          <a:p/>
          <a:p>
            <a:r>
              <a:t>NEXT: GPT-4o mini's geography flags fell from 131 to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mini's geography flags fell from 131 to 24.</a:t>
            </a:r>
          </a:p>
          <a:p/>
          <a:p>
            <a:r>
              <a:t>NEXT: Geography is almost all of its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Geography is almost all of its bar.</a:t>
            </a:r>
          </a:p>
          <a:p/>
          <a:p>
            <a:r>
              <a:t>NEXT: When we read its answers, the model often knew the rough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we read its answers, the model often knew the rough position</a:t>
            </a:r>
          </a:p>
          <a:p/>
          <a:p>
            <a:r>
              <a:t>NEXT: and then decided that southwest does not count as west.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then decided that southwest does not count as west.</a:t>
            </a:r>
          </a:p>
          <a:p/>
          <a:p>
            <a:r>
              <a:t>NEXT: Under that strict reading no is correct in both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that strict reading no is correct in both orders.</a:t>
            </a:r>
          </a:p>
          <a:p/>
          <a:p>
            <a:r>
              <a:t>NEXT: The model does not say that it chose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does not say that it chose it.</a:t>
            </a:r>
          </a:p>
          <a:p/>
          <a:p>
            <a:r>
              <a:t>NEXT: So Figure 2 holds up as a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Figure 2 holds up as a measurement.</a:t>
            </a:r>
          </a:p>
          <a:p/>
          <a:p>
            <a:r>
              <a:t>NEXT: The behaviour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behaviour is real.</a:t>
            </a:r>
          </a:p>
          <a:p/>
          <a:p>
            <a:r>
              <a:t>NEXT: What it measures is mostly two things the reasoning never mentions.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it measures is mostly two things the reasoning never mentions.</a:t>
            </a:r>
          </a:p>
          <a:p/>
          <a:p>
            <a:r>
              <a:t>NEXT: One is a fixed lean that the model falls back on when it does not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is a fixed lean that the model falls back on when it does not know.</a:t>
            </a:r>
          </a:p>
          <a:p/>
          <a:p>
            <a:r>
              <a:t>NEXT: The other is a strict reading of the question that it applies without saying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is a strict reading of the question that it applies without saying so.</a:t>
            </a:r>
          </a:p>
          <a:p/>
          <a:p>
            <a:r>
              <a:t>NEXT: No single trace shows either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single trace shows either one.</a:t>
            </a:r>
          </a:p>
          <a:p/>
          <a:p>
            <a:r>
              <a:t>NEXT: They only show up when you also ask the reversed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only show up when you also ask the reversed question.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1.png"/><Relationship Id="rId9" Type="http://schemas.openxmlformats.org/officeDocument/2006/relationships/image" Target="../media/image16.png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4.png"/><Relationship Id="rId8" Type="http://schemas.openxmlformats.org/officeDocument/2006/relationships/image" Target="../media/image18.png"/><Relationship Id="rId9" Type="http://schemas.openxmlformats.org/officeDocument/2006/relationships/image" Target="../media/image15.png"/><Relationship Id="rId10" Type="http://schemas.openxmlformats.org/officeDocument/2006/relationships/image" Target="../media/image11.png"/><Relationship Id="rId11" Type="http://schemas.openxmlformats.org/officeDocument/2006/relationships/image" Target="../media/image19.png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4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15.png"/><Relationship Id="rId12" Type="http://schemas.openxmlformats.org/officeDocument/2006/relationships/image" Target="../media/image11.png"/><Relationship Id="rId13" Type="http://schemas.openxmlformats.org/officeDocument/2006/relationships/image" Target="../media/image22.png"/><Relationship Id="rId1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4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image" Target="../media/image10.png"/><Relationship Id="rId15" Type="http://schemas.openxmlformats.org/officeDocument/2006/relationships/image" Target="../media/image11.png"/><Relationship Id="rId16" Type="http://schemas.openxmlformats.org/officeDocument/2006/relationships/image" Target="../media/image26.png"/><Relationship Id="rId17" Type="http://schemas.openxmlformats.org/officeDocument/2006/relationships/image" Target="../media/image27.png"/><Relationship Id="rId1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4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png"/><Relationship Id="rId16" Type="http://schemas.openxmlformats.org/officeDocument/2006/relationships/image" Target="../media/image10.png"/><Relationship Id="rId17" Type="http://schemas.openxmlformats.org/officeDocument/2006/relationships/image" Target="../media/image11.png"/><Relationship Id="rId18" Type="http://schemas.openxmlformats.org/officeDocument/2006/relationships/image" Target="../media/image26.png"/><Relationship Id="rId19" Type="http://schemas.openxmlformats.org/officeDocument/2006/relationships/image" Target="../media/image30.png"/><Relationship Id="rId2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4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10.png"/><Relationship Id="rId19" Type="http://schemas.openxmlformats.org/officeDocument/2006/relationships/image" Target="../media/image11.png"/><Relationship Id="rId20" Type="http://schemas.openxmlformats.org/officeDocument/2006/relationships/image" Target="../media/image26.png"/><Relationship Id="rId21" Type="http://schemas.openxmlformats.org/officeDocument/2006/relationships/image" Target="../media/image33.png"/><Relationship Id="rId2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4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34.png"/><Relationship Id="rId19" Type="http://schemas.openxmlformats.org/officeDocument/2006/relationships/image" Target="../media/image4.png"/><Relationship Id="rId20" Type="http://schemas.openxmlformats.org/officeDocument/2006/relationships/image" Target="../media/image11.png"/><Relationship Id="rId21" Type="http://schemas.openxmlformats.org/officeDocument/2006/relationships/image" Target="../media/image26.png"/><Relationship Id="rId22" Type="http://schemas.openxmlformats.org/officeDocument/2006/relationships/image" Target="../media/image35.png"/><Relationship Id="rId2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4.png"/><Relationship Id="rId8" Type="http://schemas.openxmlformats.org/officeDocument/2006/relationships/image" Target="../media/image18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8.png"/><Relationship Id="rId12" Type="http://schemas.openxmlformats.org/officeDocument/2006/relationships/image" Target="../media/image29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Relationship Id="rId18" Type="http://schemas.openxmlformats.org/officeDocument/2006/relationships/image" Target="../media/image34.png"/><Relationship Id="rId19" Type="http://schemas.openxmlformats.org/officeDocument/2006/relationships/image" Target="../media/image37.png"/><Relationship Id="rId20" Type="http://schemas.openxmlformats.org/officeDocument/2006/relationships/image" Target="../media/image11.png"/><Relationship Id="rId21" Type="http://schemas.openxmlformats.org/officeDocument/2006/relationships/image" Target="../media/image26.png"/><Relationship Id="rId22" Type="http://schemas.openxmlformats.org/officeDocument/2006/relationships/image" Target="../media/image38.png"/><Relationship Id="rId2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Relationship Id="rId10" Type="http://schemas.openxmlformats.org/officeDocument/2006/relationships/image" Target="../media/image56.png"/><Relationship Id="rId11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7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Relationship Id="rId13" Type="http://schemas.openxmlformats.org/officeDocument/2006/relationships/image" Target="../media/image70.png"/><Relationship Id="rId14" Type="http://schemas.openxmlformats.org/officeDocument/2006/relationships/image" Target="../media/image71.png"/><Relationship Id="rId15" Type="http://schemas.openxmlformats.org/officeDocument/2006/relationships/image" Target="../media/image72.png"/><Relationship Id="rId16" Type="http://schemas.openxmlformats.org/officeDocument/2006/relationships/image" Target="../media/image73.png"/><Relationship Id="rId17" Type="http://schemas.openxmlformats.org/officeDocument/2006/relationships/image" Target="../media/image74.png"/><Relationship Id="rId18" Type="http://schemas.openxmlformats.org/officeDocument/2006/relationships/image" Target="../media/image75.png"/><Relationship Id="rId19" Type="http://schemas.openxmlformats.org/officeDocument/2006/relationships/image" Target="../media/image76.png"/><Relationship Id="rId20" Type="http://schemas.openxmlformats.org/officeDocument/2006/relationships/image" Target="../media/image77.png"/><Relationship Id="rId21" Type="http://schemas.openxmlformats.org/officeDocument/2006/relationships/image" Target="../media/image78.png"/><Relationship Id="rId22" Type="http://schemas.openxmlformats.org/officeDocument/2006/relationships/image" Target="../media/image79.png"/><Relationship Id="rId23" Type="http://schemas.openxmlformats.org/officeDocument/2006/relationships/image" Target="../media/image80.png"/><Relationship Id="rId24" Type="http://schemas.openxmlformats.org/officeDocument/2006/relationships/image" Target="../media/image81.png"/><Relationship Id="rId2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82.png"/><Relationship Id="rId9" Type="http://schemas.openxmlformats.org/officeDocument/2006/relationships/image" Target="../media/image66.png"/><Relationship Id="rId10" Type="http://schemas.openxmlformats.org/officeDocument/2006/relationships/image" Target="../media/image83.png"/><Relationship Id="rId11" Type="http://schemas.openxmlformats.org/officeDocument/2006/relationships/image" Target="../media/image67.png"/><Relationship Id="rId12" Type="http://schemas.openxmlformats.org/officeDocument/2006/relationships/image" Target="../media/image84.png"/><Relationship Id="rId13" Type="http://schemas.openxmlformats.org/officeDocument/2006/relationships/image" Target="../media/image68.png"/><Relationship Id="rId14" Type="http://schemas.openxmlformats.org/officeDocument/2006/relationships/image" Target="../media/image65.png"/><Relationship Id="rId15" Type="http://schemas.openxmlformats.org/officeDocument/2006/relationships/image" Target="../media/image69.png"/><Relationship Id="rId16" Type="http://schemas.openxmlformats.org/officeDocument/2006/relationships/image" Target="../media/image70.png"/><Relationship Id="rId17" Type="http://schemas.openxmlformats.org/officeDocument/2006/relationships/image" Target="../media/image85.png"/><Relationship Id="rId18" Type="http://schemas.openxmlformats.org/officeDocument/2006/relationships/image" Target="../media/image71.png"/><Relationship Id="rId19" Type="http://schemas.openxmlformats.org/officeDocument/2006/relationships/image" Target="../media/image72.png"/><Relationship Id="rId20" Type="http://schemas.openxmlformats.org/officeDocument/2006/relationships/image" Target="../media/image86.png"/><Relationship Id="rId21" Type="http://schemas.openxmlformats.org/officeDocument/2006/relationships/image" Target="../media/image73.png"/><Relationship Id="rId22" Type="http://schemas.openxmlformats.org/officeDocument/2006/relationships/image" Target="../media/image74.png"/><Relationship Id="rId23" Type="http://schemas.openxmlformats.org/officeDocument/2006/relationships/image" Target="../media/image75.png"/><Relationship Id="rId24" Type="http://schemas.openxmlformats.org/officeDocument/2006/relationships/image" Target="../media/image87.png"/><Relationship Id="rId25" Type="http://schemas.openxmlformats.org/officeDocument/2006/relationships/image" Target="../media/image76.png"/><Relationship Id="rId26" Type="http://schemas.openxmlformats.org/officeDocument/2006/relationships/image" Target="../media/image88.png"/><Relationship Id="rId27" Type="http://schemas.openxmlformats.org/officeDocument/2006/relationships/image" Target="../media/image77.png"/><Relationship Id="rId28" Type="http://schemas.openxmlformats.org/officeDocument/2006/relationships/image" Target="../media/image78.png"/><Relationship Id="rId29" Type="http://schemas.openxmlformats.org/officeDocument/2006/relationships/image" Target="../media/image89.png"/><Relationship Id="rId30" Type="http://schemas.openxmlformats.org/officeDocument/2006/relationships/image" Target="../media/image79.png"/><Relationship Id="rId31" Type="http://schemas.openxmlformats.org/officeDocument/2006/relationships/image" Target="../media/image90.png"/><Relationship Id="rId32" Type="http://schemas.openxmlformats.org/officeDocument/2006/relationships/image" Target="../media/image80.png"/><Relationship Id="rId33" Type="http://schemas.openxmlformats.org/officeDocument/2006/relationships/image" Target="../media/image91.png"/><Relationship Id="rId34" Type="http://schemas.openxmlformats.org/officeDocument/2006/relationships/image" Target="../media/image81.png"/><Relationship Id="rId3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92.png"/><Relationship Id="rId9" Type="http://schemas.openxmlformats.org/officeDocument/2006/relationships/image" Target="../media/image66.png"/><Relationship Id="rId10" Type="http://schemas.openxmlformats.org/officeDocument/2006/relationships/image" Target="../media/image93.png"/><Relationship Id="rId11" Type="http://schemas.openxmlformats.org/officeDocument/2006/relationships/image" Target="../media/image67.png"/><Relationship Id="rId12" Type="http://schemas.openxmlformats.org/officeDocument/2006/relationships/image" Target="../media/image94.png"/><Relationship Id="rId13" Type="http://schemas.openxmlformats.org/officeDocument/2006/relationships/image" Target="../media/image68.png"/><Relationship Id="rId14" Type="http://schemas.openxmlformats.org/officeDocument/2006/relationships/image" Target="../media/image95.png"/><Relationship Id="rId15" Type="http://schemas.openxmlformats.org/officeDocument/2006/relationships/image" Target="../media/image69.png"/><Relationship Id="rId16" Type="http://schemas.openxmlformats.org/officeDocument/2006/relationships/image" Target="../media/image70.png"/><Relationship Id="rId17" Type="http://schemas.openxmlformats.org/officeDocument/2006/relationships/image" Target="../media/image96.png"/><Relationship Id="rId18" Type="http://schemas.openxmlformats.org/officeDocument/2006/relationships/image" Target="../media/image71.png"/><Relationship Id="rId19" Type="http://schemas.openxmlformats.org/officeDocument/2006/relationships/image" Target="../media/image72.png"/><Relationship Id="rId20" Type="http://schemas.openxmlformats.org/officeDocument/2006/relationships/image" Target="../media/image86.png"/><Relationship Id="rId21" Type="http://schemas.openxmlformats.org/officeDocument/2006/relationships/image" Target="../media/image73.png"/><Relationship Id="rId22" Type="http://schemas.openxmlformats.org/officeDocument/2006/relationships/image" Target="../media/image74.png"/><Relationship Id="rId23" Type="http://schemas.openxmlformats.org/officeDocument/2006/relationships/image" Target="../media/image75.png"/><Relationship Id="rId24" Type="http://schemas.openxmlformats.org/officeDocument/2006/relationships/image" Target="../media/image97.png"/><Relationship Id="rId25" Type="http://schemas.openxmlformats.org/officeDocument/2006/relationships/image" Target="../media/image76.png"/><Relationship Id="rId26" Type="http://schemas.openxmlformats.org/officeDocument/2006/relationships/image" Target="../media/image98.png"/><Relationship Id="rId27" Type="http://schemas.openxmlformats.org/officeDocument/2006/relationships/image" Target="../media/image77.png"/><Relationship Id="rId28" Type="http://schemas.openxmlformats.org/officeDocument/2006/relationships/image" Target="../media/image78.png"/><Relationship Id="rId29" Type="http://schemas.openxmlformats.org/officeDocument/2006/relationships/image" Target="../media/image99.png"/><Relationship Id="rId30" Type="http://schemas.openxmlformats.org/officeDocument/2006/relationships/image" Target="../media/image79.png"/><Relationship Id="rId31" Type="http://schemas.openxmlformats.org/officeDocument/2006/relationships/image" Target="../media/image100.png"/><Relationship Id="rId32" Type="http://schemas.openxmlformats.org/officeDocument/2006/relationships/image" Target="../media/image80.png"/><Relationship Id="rId33" Type="http://schemas.openxmlformats.org/officeDocument/2006/relationships/image" Target="../media/image101.png"/><Relationship Id="rId34" Type="http://schemas.openxmlformats.org/officeDocument/2006/relationships/image" Target="../media/image81.png"/><Relationship Id="rId35" Type="http://schemas.openxmlformats.org/officeDocument/2006/relationships/image" Target="../media/image102.png"/><Relationship Id="rId3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92.png"/><Relationship Id="rId9" Type="http://schemas.openxmlformats.org/officeDocument/2006/relationships/image" Target="../media/image66.png"/><Relationship Id="rId10" Type="http://schemas.openxmlformats.org/officeDocument/2006/relationships/image" Target="../media/image93.png"/><Relationship Id="rId11" Type="http://schemas.openxmlformats.org/officeDocument/2006/relationships/image" Target="../media/image67.png"/><Relationship Id="rId12" Type="http://schemas.openxmlformats.org/officeDocument/2006/relationships/image" Target="../media/image94.png"/><Relationship Id="rId13" Type="http://schemas.openxmlformats.org/officeDocument/2006/relationships/image" Target="../media/image68.png"/><Relationship Id="rId14" Type="http://schemas.openxmlformats.org/officeDocument/2006/relationships/image" Target="../media/image65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96.png"/><Relationship Id="rId18" Type="http://schemas.openxmlformats.org/officeDocument/2006/relationships/image" Target="../media/image71.png"/><Relationship Id="rId19" Type="http://schemas.openxmlformats.org/officeDocument/2006/relationships/image" Target="../media/image105.png"/><Relationship Id="rId20" Type="http://schemas.openxmlformats.org/officeDocument/2006/relationships/image" Target="../media/image106.png"/><Relationship Id="rId21" Type="http://schemas.openxmlformats.org/officeDocument/2006/relationships/image" Target="../media/image73.png"/><Relationship Id="rId22" Type="http://schemas.openxmlformats.org/officeDocument/2006/relationships/image" Target="../media/image95.png"/><Relationship Id="rId23" Type="http://schemas.openxmlformats.org/officeDocument/2006/relationships/image" Target="../media/image74.png"/><Relationship Id="rId24" Type="http://schemas.openxmlformats.org/officeDocument/2006/relationships/image" Target="../media/image75.png"/><Relationship Id="rId25" Type="http://schemas.openxmlformats.org/officeDocument/2006/relationships/image" Target="../media/image97.png"/><Relationship Id="rId26" Type="http://schemas.openxmlformats.org/officeDocument/2006/relationships/image" Target="../media/image76.png"/><Relationship Id="rId27" Type="http://schemas.openxmlformats.org/officeDocument/2006/relationships/image" Target="../media/image88.png"/><Relationship Id="rId28" Type="http://schemas.openxmlformats.org/officeDocument/2006/relationships/image" Target="../media/image107.png"/><Relationship Id="rId29" Type="http://schemas.openxmlformats.org/officeDocument/2006/relationships/image" Target="../media/image108.png"/><Relationship Id="rId30" Type="http://schemas.openxmlformats.org/officeDocument/2006/relationships/image" Target="../media/image99.png"/><Relationship Id="rId31" Type="http://schemas.openxmlformats.org/officeDocument/2006/relationships/image" Target="../media/image79.png"/><Relationship Id="rId32" Type="http://schemas.openxmlformats.org/officeDocument/2006/relationships/image" Target="../media/image100.png"/><Relationship Id="rId33" Type="http://schemas.openxmlformats.org/officeDocument/2006/relationships/image" Target="../media/image80.png"/><Relationship Id="rId34" Type="http://schemas.openxmlformats.org/officeDocument/2006/relationships/image" Target="../media/image91.png"/><Relationship Id="rId35" Type="http://schemas.openxmlformats.org/officeDocument/2006/relationships/image" Target="../media/image109.png"/><Relationship Id="rId36" Type="http://schemas.openxmlformats.org/officeDocument/2006/relationships/image" Target="../media/image110.png"/><Relationship Id="rId37" Type="http://schemas.openxmlformats.org/officeDocument/2006/relationships/image" Target="../media/image111.png"/><Relationship Id="rId38" Type="http://schemas.openxmlformats.org/officeDocument/2006/relationships/image" Target="../media/image112.png"/><Relationship Id="rId39" Type="http://schemas.openxmlformats.org/officeDocument/2006/relationships/image" Target="../media/image113.png"/><Relationship Id="rId4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Relationship Id="rId5" Type="http://schemas.openxmlformats.org/officeDocument/2006/relationships/image" Target="../media/image120.png"/><Relationship Id="rId6" Type="http://schemas.openxmlformats.org/officeDocument/2006/relationships/image" Target="../media/image3.png"/><Relationship Id="rId7" Type="http://schemas.openxmlformats.org/officeDocument/2006/relationships/image" Target="../media/image121.png"/><Relationship Id="rId8" Type="http://schemas.openxmlformats.org/officeDocument/2006/relationships/image" Target="../media/image122.png"/><Relationship Id="rId9" Type="http://schemas.openxmlformats.org/officeDocument/2006/relationships/image" Target="../media/image123.png"/><Relationship Id="rId10" Type="http://schemas.openxmlformats.org/officeDocument/2006/relationships/image" Target="../media/image124.png"/><Relationship Id="rId11" Type="http://schemas.openxmlformats.org/officeDocument/2006/relationships/image" Target="../media/image125.png"/><Relationship Id="rId1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Relationship Id="rId5" Type="http://schemas.openxmlformats.org/officeDocument/2006/relationships/image" Target="../media/image128.png"/><Relationship Id="rId6" Type="http://schemas.openxmlformats.org/officeDocument/2006/relationships/image" Target="../media/image129.png"/><Relationship Id="rId7" Type="http://schemas.openxmlformats.org/officeDocument/2006/relationships/image" Target="../media/image130.png"/><Relationship Id="rId8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1.png"/><Relationship Id="rId4" Type="http://schemas.openxmlformats.org/officeDocument/2006/relationships/image" Target="../media/image13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Relationship Id="rId8" Type="http://schemas.openxmlformats.org/officeDocument/2006/relationships/image" Target="../media/image138.png"/><Relationship Id="rId9" Type="http://schemas.openxmlformats.org/officeDocument/2006/relationships/image" Target="../media/image139.png"/><Relationship Id="rId10" Type="http://schemas.openxmlformats.org/officeDocument/2006/relationships/image" Target="../media/image140.png"/><Relationship Id="rId11" Type="http://schemas.openxmlformats.org/officeDocument/2006/relationships/image" Target="../media/image141.png"/><Relationship Id="rId12" Type="http://schemas.openxmlformats.org/officeDocument/2006/relationships/image" Target="../media/image142.png"/><Relationship Id="rId1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Relationship Id="rId8" Type="http://schemas.openxmlformats.org/officeDocument/2006/relationships/image" Target="../media/image138.png"/><Relationship Id="rId9" Type="http://schemas.openxmlformats.org/officeDocument/2006/relationships/image" Target="../media/image139.png"/><Relationship Id="rId10" Type="http://schemas.openxmlformats.org/officeDocument/2006/relationships/image" Target="../media/image140.png"/><Relationship Id="rId11" Type="http://schemas.openxmlformats.org/officeDocument/2006/relationships/image" Target="../media/image141.png"/><Relationship Id="rId12" Type="http://schemas.openxmlformats.org/officeDocument/2006/relationships/image" Target="../media/image142.png"/><Relationship Id="rId13" Type="http://schemas.openxmlformats.org/officeDocument/2006/relationships/image" Target="../media/image143.png"/><Relationship Id="rId14" Type="http://schemas.openxmlformats.org/officeDocument/2006/relationships/image" Target="../media/image144.png"/><Relationship Id="rId15" Type="http://schemas.openxmlformats.org/officeDocument/2006/relationships/image" Target="../media/image145.png"/><Relationship Id="rId16" Type="http://schemas.openxmlformats.org/officeDocument/2006/relationships/image" Target="../media/image146.png"/><Relationship Id="rId17" Type="http://schemas.openxmlformats.org/officeDocument/2006/relationships/image" Target="../media/image147.png"/><Relationship Id="rId18" Type="http://schemas.openxmlformats.org/officeDocument/2006/relationships/image" Target="../media/image148.png"/><Relationship Id="rId19" Type="http://schemas.openxmlformats.org/officeDocument/2006/relationships/image" Target="../media/image149.png"/><Relationship Id="rId20" Type="http://schemas.openxmlformats.org/officeDocument/2006/relationships/image" Target="../media/image150.png"/><Relationship Id="rId21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153.png"/><Relationship Id="rId6" Type="http://schemas.openxmlformats.org/officeDocument/2006/relationships/image" Target="../media/image154.png"/><Relationship Id="rId7" Type="http://schemas.openxmlformats.org/officeDocument/2006/relationships/image" Target="../media/image155.png"/><Relationship Id="rId8" Type="http://schemas.openxmlformats.org/officeDocument/2006/relationships/image" Target="../media/image156.png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64.png"/><Relationship Id="rId6" Type="http://schemas.openxmlformats.org/officeDocument/2006/relationships/image" Target="../media/image160.png"/><Relationship Id="rId7" Type="http://schemas.openxmlformats.org/officeDocument/2006/relationships/image" Target="../media/image165.png"/><Relationship Id="rId8" Type="http://schemas.openxmlformats.org/officeDocument/2006/relationships/image" Target="../media/image161.png"/><Relationship Id="rId9" Type="http://schemas.openxmlformats.org/officeDocument/2006/relationships/image" Target="../media/image162.png"/><Relationship Id="rId10" Type="http://schemas.openxmlformats.org/officeDocument/2006/relationships/image" Target="../media/image166.png"/><Relationship Id="rId11" Type="http://schemas.openxmlformats.org/officeDocument/2006/relationships/image" Target="../media/image167.png"/><Relationship Id="rId12" Type="http://schemas.openxmlformats.org/officeDocument/2006/relationships/image" Target="../media/image168.png"/><Relationship Id="rId1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170.png"/><Relationship Id="rId7" Type="http://schemas.openxmlformats.org/officeDocument/2006/relationships/image" Target="../media/image171.png"/><Relationship Id="rId8" Type="http://schemas.openxmlformats.org/officeDocument/2006/relationships/image" Target="../media/image172.png"/><Relationship Id="rId9" Type="http://schemas.openxmlformats.org/officeDocument/2006/relationships/image" Target="../media/image173.png"/><Relationship Id="rId10" Type="http://schemas.openxmlformats.org/officeDocument/2006/relationships/image" Target="../media/image174.png"/><Relationship Id="rId11" Type="http://schemas.openxmlformats.org/officeDocument/2006/relationships/image" Target="../media/image175.png"/><Relationship Id="rId12" Type="http://schemas.openxmlformats.org/officeDocument/2006/relationships/image" Target="../media/image176.png"/><Relationship Id="rId1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1.png"/><Relationship Id="rId10" Type="http://schemas.openxmlformats.org/officeDocument/2006/relationships/image" Target="../media/image127.png"/><Relationship Id="rId11" Type="http://schemas.openxmlformats.org/officeDocument/2006/relationships/image" Target="../media/image184.png"/><Relationship Id="rId12" Type="http://schemas.openxmlformats.org/officeDocument/2006/relationships/image" Target="../media/image202.png"/><Relationship Id="rId13" Type="http://schemas.openxmlformats.org/officeDocument/2006/relationships/image" Target="../media/image203.png"/><Relationship Id="rId14" Type="http://schemas.openxmlformats.org/officeDocument/2006/relationships/image" Target="../media/image204.png"/><Relationship Id="rId15" Type="http://schemas.openxmlformats.org/officeDocument/2006/relationships/image" Target="../media/image205.png"/><Relationship Id="rId16" Type="http://schemas.openxmlformats.org/officeDocument/2006/relationships/image" Target="../media/image189.png"/><Relationship Id="rId17" Type="http://schemas.openxmlformats.org/officeDocument/2006/relationships/image" Target="../media/image206.png"/><Relationship Id="rId18" Type="http://schemas.openxmlformats.org/officeDocument/2006/relationships/image" Target="../media/image207.png"/><Relationship Id="rId19" Type="http://schemas.openxmlformats.org/officeDocument/2006/relationships/image" Target="../media/image208.png"/><Relationship Id="rId20" Type="http://schemas.openxmlformats.org/officeDocument/2006/relationships/image" Target="../media/image209.png"/><Relationship Id="rId21" Type="http://schemas.openxmlformats.org/officeDocument/2006/relationships/image" Target="../media/image194.png"/><Relationship Id="rId22" Type="http://schemas.openxmlformats.org/officeDocument/2006/relationships/image" Target="../media/image210.png"/><Relationship Id="rId23" Type="http://schemas.openxmlformats.org/officeDocument/2006/relationships/image" Target="../media/image211.png"/><Relationship Id="rId24" Type="http://schemas.openxmlformats.org/officeDocument/2006/relationships/image" Target="../media/image212.png"/><Relationship Id="rId25" Type="http://schemas.openxmlformats.org/officeDocument/2006/relationships/image" Target="../media/image213.png"/><Relationship Id="rId2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4.png"/><Relationship Id="rId4" Type="http://schemas.openxmlformats.org/officeDocument/2006/relationships/image" Target="../media/image178.png"/><Relationship Id="rId5" Type="http://schemas.openxmlformats.org/officeDocument/2006/relationships/image" Target="../media/image215.png"/><Relationship Id="rId6" Type="http://schemas.openxmlformats.org/officeDocument/2006/relationships/image" Target="../media/image216.png"/><Relationship Id="rId7" Type="http://schemas.openxmlformats.org/officeDocument/2006/relationships/image" Target="../media/image217.png"/><Relationship Id="rId8" Type="http://schemas.openxmlformats.org/officeDocument/2006/relationships/image" Target="../media/image218.png"/><Relationship Id="rId9" Type="http://schemas.openxmlformats.org/officeDocument/2006/relationships/image" Target="../media/image219.png"/><Relationship Id="rId10" Type="http://schemas.openxmlformats.org/officeDocument/2006/relationships/image" Target="../media/image220.png"/><Relationship Id="rId11" Type="http://schemas.openxmlformats.org/officeDocument/2006/relationships/image" Target="../media/image221.png"/><Relationship Id="rId12" Type="http://schemas.openxmlformats.org/officeDocument/2006/relationships/image" Target="../media/image222.png"/><Relationship Id="rId13" Type="http://schemas.openxmlformats.org/officeDocument/2006/relationships/image" Target="../media/image223.png"/><Relationship Id="rId14" Type="http://schemas.openxmlformats.org/officeDocument/2006/relationships/image" Target="../media/image224.png"/><Relationship Id="rId1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5.png"/><Relationship Id="rId4" Type="http://schemas.openxmlformats.org/officeDocument/2006/relationships/image" Target="../media/image226.png"/><Relationship Id="rId5" Type="http://schemas.openxmlformats.org/officeDocument/2006/relationships/image" Target="../media/image227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image" Target="../media/image232.png"/><Relationship Id="rId8" Type="http://schemas.openxmlformats.org/officeDocument/2006/relationships/image" Target="../media/image233.png"/><Relationship Id="rId9" Type="http://schemas.openxmlformats.org/officeDocument/2006/relationships/image" Target="../media/image234.png"/><Relationship Id="rId10" Type="http://schemas.openxmlformats.org/officeDocument/2006/relationships/image" Target="../media/image235.png"/><Relationship Id="rId11" Type="http://schemas.openxmlformats.org/officeDocument/2006/relationships/image" Target="../media/image236.png"/><Relationship Id="rId12" Type="http://schemas.openxmlformats.org/officeDocument/2006/relationships/image" Target="../media/image237.png"/><Relationship Id="rId13" Type="http://schemas.openxmlformats.org/officeDocument/2006/relationships/image" Target="../media/image238.png"/><Relationship Id="rId14" Type="http://schemas.openxmlformats.org/officeDocument/2006/relationships/image" Target="../media/image239.png"/><Relationship Id="rId15" Type="http://schemas.openxmlformats.org/officeDocument/2006/relationships/image" Target="../media/image240.png"/><Relationship Id="rId1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1.png"/><Relationship Id="rId4" Type="http://schemas.openxmlformats.org/officeDocument/2006/relationships/image" Target="../media/image9.png"/><Relationship Id="rId5" Type="http://schemas.openxmlformats.org/officeDocument/2006/relationships/image" Target="../media/image242.png"/><Relationship Id="rId6" Type="http://schemas.openxmlformats.org/officeDocument/2006/relationships/image" Target="../media/image57.png"/><Relationship Id="rId7" Type="http://schemas.openxmlformats.org/officeDocument/2006/relationships/image" Target="../media/image243.png"/><Relationship Id="rId8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1.png"/><Relationship Id="rId4" Type="http://schemas.openxmlformats.org/officeDocument/2006/relationships/image" Target="../media/image244.png"/><Relationship Id="rId5" Type="http://schemas.openxmlformats.org/officeDocument/2006/relationships/image" Target="../media/image245.png"/><Relationship Id="rId6" Type="http://schemas.openxmlformats.org/officeDocument/2006/relationships/image" Target="../media/image246.png"/><Relationship Id="rId7" Type="http://schemas.openxmlformats.org/officeDocument/2006/relationships/image" Target="../media/image247.png"/><Relationship Id="rId8" Type="http://schemas.openxmlformats.org/officeDocument/2006/relationships/image" Target="../media/image248.png"/><Relationship Id="rId9" Type="http://schemas.openxmlformats.org/officeDocument/2006/relationships/image" Target="../media/image249.png"/><Relationship Id="rId10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0.png"/><Relationship Id="rId4" Type="http://schemas.openxmlformats.org/officeDocument/2006/relationships/image" Target="../media/image251.png"/><Relationship Id="rId5" Type="http://schemas.openxmlformats.org/officeDocument/2006/relationships/image" Target="../media/image252.png"/><Relationship Id="rId6" Type="http://schemas.openxmlformats.org/officeDocument/2006/relationships/image" Target="../media/image253.png"/><Relationship Id="rId7" Type="http://schemas.openxmlformats.org/officeDocument/2006/relationships/image" Target="../media/image254.png"/><Relationship Id="rId8" Type="http://schemas.openxmlformats.org/officeDocument/2006/relationships/image" Target="../media/image255.png"/><Relationship Id="rId9" Type="http://schemas.openxmlformats.org/officeDocument/2006/relationships/image" Target="../media/image256.png"/><Relationship Id="rId10" Type="http://schemas.openxmlformats.org/officeDocument/2006/relationships/image" Target="../media/image257.png"/><Relationship Id="rId11" Type="http://schemas.openxmlformats.org/officeDocument/2006/relationships/image" Target="../media/image258.png"/><Relationship Id="rId12" Type="http://schemas.openxmlformats.org/officeDocument/2006/relationships/image" Target="../media/image259.png"/><Relationship Id="rId13" Type="http://schemas.openxmlformats.org/officeDocument/2006/relationships/image" Target="../media/image260.png"/><Relationship Id="rId1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Relationship Id="rId5" Type="http://schemas.openxmlformats.org/officeDocument/2006/relationships/image" Target="../media/image4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Relationship Id="rId8" Type="http://schemas.openxmlformats.org/officeDocument/2006/relationships/image" Target="../media/image265.png"/><Relationship Id="rId9" Type="http://schemas.openxmlformats.org/officeDocument/2006/relationships/image" Target="../media/image266.png"/><Relationship Id="rId10" Type="http://schemas.openxmlformats.org/officeDocument/2006/relationships/image" Target="../media/image267.png"/><Relationship Id="rId11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Relationship Id="rId5" Type="http://schemas.openxmlformats.org/officeDocument/2006/relationships/image" Target="../media/image36.png"/><Relationship Id="rId6" Type="http://schemas.openxmlformats.org/officeDocument/2006/relationships/image" Target="../media/image4.png"/><Relationship Id="rId7" Type="http://schemas.openxmlformats.org/officeDocument/2006/relationships/image" Target="../media/image245.png"/><Relationship Id="rId8" Type="http://schemas.openxmlformats.org/officeDocument/2006/relationships/image" Target="../media/image263.png"/><Relationship Id="rId9" Type="http://schemas.openxmlformats.org/officeDocument/2006/relationships/image" Target="../media/image264.png"/><Relationship Id="rId10" Type="http://schemas.openxmlformats.org/officeDocument/2006/relationships/image" Target="../media/image268.png"/><Relationship Id="rId11" Type="http://schemas.openxmlformats.org/officeDocument/2006/relationships/image" Target="../media/image265.png"/><Relationship Id="rId12" Type="http://schemas.openxmlformats.org/officeDocument/2006/relationships/image" Target="../media/image266.png"/><Relationship Id="rId13" Type="http://schemas.openxmlformats.org/officeDocument/2006/relationships/image" Target="../media/image269.png"/><Relationship Id="rId14" Type="http://schemas.openxmlformats.org/officeDocument/2006/relationships/image" Target="../media/image270.png"/><Relationship Id="rId15" Type="http://schemas.openxmlformats.org/officeDocument/2006/relationships/image" Target="../media/image271.png"/><Relationship Id="rId16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272.png"/><Relationship Id="rId5" Type="http://schemas.openxmlformats.org/officeDocument/2006/relationships/image" Target="../media/image273.png"/><Relationship Id="rId6" Type="http://schemas.openxmlformats.org/officeDocument/2006/relationships/image" Target="../media/image274.png"/><Relationship Id="rId7" Type="http://schemas.openxmlformats.org/officeDocument/2006/relationships/image" Target="../media/image275.png"/><Relationship Id="rId8" Type="http://schemas.openxmlformats.org/officeDocument/2006/relationships/image" Target="../media/image276.png"/><Relationship Id="rId9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7.png"/><Relationship Id="rId4" Type="http://schemas.openxmlformats.org/officeDocument/2006/relationships/image" Target="../media/image9.png"/><Relationship Id="rId5" Type="http://schemas.openxmlformats.org/officeDocument/2006/relationships/image" Target="../media/image272.png"/><Relationship Id="rId6" Type="http://schemas.openxmlformats.org/officeDocument/2006/relationships/image" Target="../media/image273.png"/><Relationship Id="rId7" Type="http://schemas.openxmlformats.org/officeDocument/2006/relationships/image" Target="../media/image274.png"/><Relationship Id="rId8" Type="http://schemas.openxmlformats.org/officeDocument/2006/relationships/image" Target="../media/image275.png"/><Relationship Id="rId9" Type="http://schemas.openxmlformats.org/officeDocument/2006/relationships/image" Target="../media/image278.png"/><Relationship Id="rId10" Type="http://schemas.openxmlformats.org/officeDocument/2006/relationships/image" Target="../media/image279.png"/><Relationship Id="rId11" Type="http://schemas.openxmlformats.org/officeDocument/2006/relationships/image" Target="../media/image280.png"/><Relationship Id="rId12" Type="http://schemas.openxmlformats.org/officeDocument/2006/relationships/image" Target="../media/image281.png"/><Relationship Id="rId1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7.png"/><Relationship Id="rId4" Type="http://schemas.openxmlformats.org/officeDocument/2006/relationships/image" Target="../media/image36.png"/><Relationship Id="rId5" Type="http://schemas.openxmlformats.org/officeDocument/2006/relationships/image" Target="../media/image272.png"/><Relationship Id="rId6" Type="http://schemas.openxmlformats.org/officeDocument/2006/relationships/image" Target="../media/image273.png"/><Relationship Id="rId7" Type="http://schemas.openxmlformats.org/officeDocument/2006/relationships/image" Target="../media/image274.png"/><Relationship Id="rId8" Type="http://schemas.openxmlformats.org/officeDocument/2006/relationships/image" Target="../media/image275.png"/><Relationship Id="rId9" Type="http://schemas.openxmlformats.org/officeDocument/2006/relationships/image" Target="../media/image278.png"/><Relationship Id="rId10" Type="http://schemas.openxmlformats.org/officeDocument/2006/relationships/image" Target="../media/image279.png"/><Relationship Id="rId11" Type="http://schemas.openxmlformats.org/officeDocument/2006/relationships/image" Target="../media/image280.png"/><Relationship Id="rId12" Type="http://schemas.openxmlformats.org/officeDocument/2006/relationships/image" Target="../media/image282.png"/><Relationship Id="rId13" Type="http://schemas.openxmlformats.org/officeDocument/2006/relationships/image" Target="../media/image283.png"/><Relationship Id="rId14" Type="http://schemas.openxmlformats.org/officeDocument/2006/relationships/image" Target="../media/image284.png"/><Relationship Id="rId1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5.png"/><Relationship Id="rId4" Type="http://schemas.openxmlformats.org/officeDocument/2006/relationships/image" Target="../media/image286.png"/><Relationship Id="rId5" Type="http://schemas.openxmlformats.org/officeDocument/2006/relationships/image" Target="../media/image287.png"/><Relationship Id="rId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8.png"/><Relationship Id="rId4" Type="http://schemas.openxmlformats.org/officeDocument/2006/relationships/image" Target="../media/image36.png"/><Relationship Id="rId5" Type="http://schemas.openxmlformats.org/officeDocument/2006/relationships/image" Target="../media/image289.png"/><Relationship Id="rId6" Type="http://schemas.openxmlformats.org/officeDocument/2006/relationships/image" Target="../media/image290.png"/><Relationship Id="rId7" Type="http://schemas.openxmlformats.org/officeDocument/2006/relationships/image" Target="../media/image291.png"/><Relationship Id="rId8" Type="http://schemas.openxmlformats.org/officeDocument/2006/relationships/image" Target="../media/image170.png"/><Relationship Id="rId9" Type="http://schemas.openxmlformats.org/officeDocument/2006/relationships/image" Target="../media/image292.png"/><Relationship Id="rId10" Type="http://schemas.openxmlformats.org/officeDocument/2006/relationships/image" Target="../media/image293.png"/><Relationship Id="rId11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4.png"/><Relationship Id="rId4" Type="http://schemas.openxmlformats.org/officeDocument/2006/relationships/image" Target="../media/image295.png"/><Relationship Id="rId5" Type="http://schemas.openxmlformats.org/officeDocument/2006/relationships/image" Target="../media/image179.png"/><Relationship Id="rId6" Type="http://schemas.openxmlformats.org/officeDocument/2006/relationships/image" Target="../media/image296.png"/><Relationship Id="rId7" Type="http://schemas.openxmlformats.org/officeDocument/2006/relationships/image" Target="../media/image297.png"/><Relationship Id="rId8" Type="http://schemas.openxmlformats.org/officeDocument/2006/relationships/image" Target="../media/image298.png"/><Relationship Id="rId9" Type="http://schemas.openxmlformats.org/officeDocument/2006/relationships/image" Target="../media/image299.png"/><Relationship Id="rId10" Type="http://schemas.openxmlformats.org/officeDocument/2006/relationships/image" Target="../media/image184.png"/><Relationship Id="rId11" Type="http://schemas.openxmlformats.org/officeDocument/2006/relationships/image" Target="../media/image195.png"/><Relationship Id="rId12" Type="http://schemas.openxmlformats.org/officeDocument/2006/relationships/image" Target="../media/image300.png"/><Relationship Id="rId13" Type="http://schemas.openxmlformats.org/officeDocument/2006/relationships/image" Target="../media/image301.png"/><Relationship Id="rId14" Type="http://schemas.openxmlformats.org/officeDocument/2006/relationships/image" Target="../media/image189.png"/><Relationship Id="rId15" Type="http://schemas.openxmlformats.org/officeDocument/2006/relationships/image" Target="../media/image302.png"/><Relationship Id="rId16" Type="http://schemas.openxmlformats.org/officeDocument/2006/relationships/image" Target="../media/image303.png"/><Relationship Id="rId17" Type="http://schemas.openxmlformats.org/officeDocument/2006/relationships/image" Target="../media/image304.png"/><Relationship Id="rId18" Type="http://schemas.openxmlformats.org/officeDocument/2006/relationships/image" Target="../media/image305.png"/><Relationship Id="rId19" Type="http://schemas.openxmlformats.org/officeDocument/2006/relationships/image" Target="../media/image306.png"/><Relationship Id="rId20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8.png"/><Relationship Id="rId4" Type="http://schemas.openxmlformats.org/officeDocument/2006/relationships/image" Target="../media/image307.png"/><Relationship Id="rId5" Type="http://schemas.openxmlformats.org/officeDocument/2006/relationships/image" Target="../media/image289.png"/><Relationship Id="rId6" Type="http://schemas.openxmlformats.org/officeDocument/2006/relationships/image" Target="../media/image290.png"/><Relationship Id="rId7" Type="http://schemas.openxmlformats.org/officeDocument/2006/relationships/image" Target="../media/image291.png"/><Relationship Id="rId8" Type="http://schemas.openxmlformats.org/officeDocument/2006/relationships/image" Target="../media/image308.png"/><Relationship Id="rId9" Type="http://schemas.openxmlformats.org/officeDocument/2006/relationships/image" Target="../media/image309.png"/><Relationship Id="rId10" Type="http://schemas.openxmlformats.org/officeDocument/2006/relationships/image" Target="../media/image310.png"/><Relationship Id="rId11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8.png"/><Relationship Id="rId4" Type="http://schemas.openxmlformats.org/officeDocument/2006/relationships/image" Target="../media/image36.png"/><Relationship Id="rId5" Type="http://schemas.openxmlformats.org/officeDocument/2006/relationships/image" Target="../media/image289.png"/><Relationship Id="rId6" Type="http://schemas.openxmlformats.org/officeDocument/2006/relationships/image" Target="../media/image311.png"/><Relationship Id="rId7" Type="http://schemas.openxmlformats.org/officeDocument/2006/relationships/image" Target="../media/image312.png"/><Relationship Id="rId8" Type="http://schemas.openxmlformats.org/officeDocument/2006/relationships/image" Target="../media/image10.png"/><Relationship Id="rId9" Type="http://schemas.openxmlformats.org/officeDocument/2006/relationships/image" Target="../media/image313.png"/><Relationship Id="rId10" Type="http://schemas.openxmlformats.org/officeDocument/2006/relationships/image" Target="../media/image314.png"/><Relationship Id="rId11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8.png"/><Relationship Id="rId4" Type="http://schemas.openxmlformats.org/officeDocument/2006/relationships/image" Target="../media/image36.png"/><Relationship Id="rId5" Type="http://schemas.openxmlformats.org/officeDocument/2006/relationships/image" Target="../media/image289.png"/><Relationship Id="rId6" Type="http://schemas.openxmlformats.org/officeDocument/2006/relationships/image" Target="../media/image315.png"/><Relationship Id="rId7" Type="http://schemas.openxmlformats.org/officeDocument/2006/relationships/image" Target="../media/image316.png"/><Relationship Id="rId8" Type="http://schemas.openxmlformats.org/officeDocument/2006/relationships/image" Target="../media/image10.png"/><Relationship Id="rId9" Type="http://schemas.openxmlformats.org/officeDocument/2006/relationships/image" Target="../media/image317.png"/><Relationship Id="rId10" Type="http://schemas.openxmlformats.org/officeDocument/2006/relationships/image" Target="../media/image318.png"/><Relationship Id="rId11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9.png"/><Relationship Id="rId4" Type="http://schemas.openxmlformats.org/officeDocument/2006/relationships/image" Target="../media/image320.png"/><Relationship Id="rId5" Type="http://schemas.openxmlformats.org/officeDocument/2006/relationships/image" Target="../media/image321.png"/><Relationship Id="rId6" Type="http://schemas.openxmlformats.org/officeDocument/2006/relationships/image" Target="../media/image322.png"/><Relationship Id="rId7" Type="http://schemas.openxmlformats.org/officeDocument/2006/relationships/image" Target="../media/image323.png"/><Relationship Id="rId8" Type="http://schemas.openxmlformats.org/officeDocument/2006/relationships/image" Target="../media/image324.png"/><Relationship Id="rId9" Type="http://schemas.openxmlformats.org/officeDocument/2006/relationships/image" Target="../media/image325.png"/><Relationship Id="rId10" Type="http://schemas.openxmlformats.org/officeDocument/2006/relationships/image" Target="../media/image326.png"/><Relationship Id="rId11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7.png"/><Relationship Id="rId4" Type="http://schemas.openxmlformats.org/officeDocument/2006/relationships/image" Target="../media/image328.png"/><Relationship Id="rId5" Type="http://schemas.openxmlformats.org/officeDocument/2006/relationships/image" Target="../media/image329.png"/><Relationship Id="rId6" Type="http://schemas.openxmlformats.org/officeDocument/2006/relationships/image" Target="../media/image330.png"/><Relationship Id="rId7" Type="http://schemas.openxmlformats.org/officeDocument/2006/relationships/image" Target="../media/image331.png"/><Relationship Id="rId8" Type="http://schemas.openxmlformats.org/officeDocument/2006/relationships/image" Target="../media/image332.png"/><Relationship Id="rId9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8.png"/><Relationship Id="rId4" Type="http://schemas.openxmlformats.org/officeDocument/2006/relationships/image" Target="../media/image333.png"/><Relationship Id="rId5" Type="http://schemas.openxmlformats.org/officeDocument/2006/relationships/image" Target="../media/image170.png"/><Relationship Id="rId6" Type="http://schemas.openxmlformats.org/officeDocument/2006/relationships/image" Target="../media/image334.png"/><Relationship Id="rId7" Type="http://schemas.openxmlformats.org/officeDocument/2006/relationships/image" Target="../media/image24.png"/><Relationship Id="rId8" Type="http://schemas.openxmlformats.org/officeDocument/2006/relationships/image" Target="../media/image335.png"/><Relationship Id="rId9" Type="http://schemas.openxmlformats.org/officeDocument/2006/relationships/image" Target="../media/image336.png"/><Relationship Id="rId10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8.png"/><Relationship Id="rId4" Type="http://schemas.openxmlformats.org/officeDocument/2006/relationships/image" Target="../media/image333.png"/><Relationship Id="rId5" Type="http://schemas.openxmlformats.org/officeDocument/2006/relationships/image" Target="../media/image171.png"/><Relationship Id="rId6" Type="http://schemas.openxmlformats.org/officeDocument/2006/relationships/image" Target="../media/image334.png"/><Relationship Id="rId7" Type="http://schemas.openxmlformats.org/officeDocument/2006/relationships/image" Target="../media/image337.png"/><Relationship Id="rId8" Type="http://schemas.openxmlformats.org/officeDocument/2006/relationships/image" Target="../media/image24.png"/><Relationship Id="rId9" Type="http://schemas.openxmlformats.org/officeDocument/2006/relationships/image" Target="../media/image338.png"/><Relationship Id="rId10" Type="http://schemas.openxmlformats.org/officeDocument/2006/relationships/image" Target="../media/image339.png"/><Relationship Id="rId11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8.png"/><Relationship Id="rId4" Type="http://schemas.openxmlformats.org/officeDocument/2006/relationships/image" Target="../media/image340.png"/><Relationship Id="rId5" Type="http://schemas.openxmlformats.org/officeDocument/2006/relationships/image" Target="../media/image341.png"/><Relationship Id="rId6" Type="http://schemas.openxmlformats.org/officeDocument/2006/relationships/image" Target="../media/image342.png"/><Relationship Id="rId7" Type="http://schemas.openxmlformats.org/officeDocument/2006/relationships/image" Target="../media/image343.png"/><Relationship Id="rId8" Type="http://schemas.openxmlformats.org/officeDocument/2006/relationships/image" Target="../media/image344.png"/><Relationship Id="rId9" Type="http://schemas.openxmlformats.org/officeDocument/2006/relationships/image" Target="../media/image24.png"/><Relationship Id="rId10" Type="http://schemas.openxmlformats.org/officeDocument/2006/relationships/image" Target="../media/image171.png"/><Relationship Id="rId11" Type="http://schemas.openxmlformats.org/officeDocument/2006/relationships/image" Target="../media/image345.png"/><Relationship Id="rId12" Type="http://schemas.openxmlformats.org/officeDocument/2006/relationships/image" Target="../media/image346.png"/><Relationship Id="rId1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8.png"/><Relationship Id="rId4" Type="http://schemas.openxmlformats.org/officeDocument/2006/relationships/image" Target="../media/image340.png"/><Relationship Id="rId5" Type="http://schemas.openxmlformats.org/officeDocument/2006/relationships/image" Target="../media/image341.png"/><Relationship Id="rId6" Type="http://schemas.openxmlformats.org/officeDocument/2006/relationships/image" Target="../media/image342.png"/><Relationship Id="rId7" Type="http://schemas.openxmlformats.org/officeDocument/2006/relationships/image" Target="../media/image343.png"/><Relationship Id="rId8" Type="http://schemas.openxmlformats.org/officeDocument/2006/relationships/image" Target="../media/image344.png"/><Relationship Id="rId9" Type="http://schemas.openxmlformats.org/officeDocument/2006/relationships/image" Target="../media/image24.png"/><Relationship Id="rId10" Type="http://schemas.openxmlformats.org/officeDocument/2006/relationships/image" Target="../media/image347.png"/><Relationship Id="rId11" Type="http://schemas.openxmlformats.org/officeDocument/2006/relationships/image" Target="../media/image348.png"/><Relationship Id="rId12" Type="http://schemas.openxmlformats.org/officeDocument/2006/relationships/image" Target="../media/image349.png"/><Relationship Id="rId1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82.png"/><Relationship Id="rId9" Type="http://schemas.openxmlformats.org/officeDocument/2006/relationships/image" Target="../media/image66.png"/><Relationship Id="rId10" Type="http://schemas.openxmlformats.org/officeDocument/2006/relationships/image" Target="../media/image83.png"/><Relationship Id="rId11" Type="http://schemas.openxmlformats.org/officeDocument/2006/relationships/image" Target="../media/image67.png"/><Relationship Id="rId12" Type="http://schemas.openxmlformats.org/officeDocument/2006/relationships/image" Target="../media/image84.png"/><Relationship Id="rId13" Type="http://schemas.openxmlformats.org/officeDocument/2006/relationships/image" Target="../media/image68.png"/><Relationship Id="rId14" Type="http://schemas.openxmlformats.org/officeDocument/2006/relationships/image" Target="../media/image65.png"/><Relationship Id="rId15" Type="http://schemas.openxmlformats.org/officeDocument/2006/relationships/image" Target="../media/image69.png"/><Relationship Id="rId16" Type="http://schemas.openxmlformats.org/officeDocument/2006/relationships/image" Target="../media/image70.png"/><Relationship Id="rId17" Type="http://schemas.openxmlformats.org/officeDocument/2006/relationships/image" Target="../media/image85.png"/><Relationship Id="rId18" Type="http://schemas.openxmlformats.org/officeDocument/2006/relationships/image" Target="../media/image71.png"/><Relationship Id="rId19" Type="http://schemas.openxmlformats.org/officeDocument/2006/relationships/image" Target="../media/image72.png"/><Relationship Id="rId20" Type="http://schemas.openxmlformats.org/officeDocument/2006/relationships/image" Target="../media/image86.png"/><Relationship Id="rId21" Type="http://schemas.openxmlformats.org/officeDocument/2006/relationships/image" Target="../media/image73.png"/><Relationship Id="rId22" Type="http://schemas.openxmlformats.org/officeDocument/2006/relationships/image" Target="../media/image74.png"/><Relationship Id="rId23" Type="http://schemas.openxmlformats.org/officeDocument/2006/relationships/image" Target="../media/image75.png"/><Relationship Id="rId24" Type="http://schemas.openxmlformats.org/officeDocument/2006/relationships/image" Target="../media/image87.png"/><Relationship Id="rId25" Type="http://schemas.openxmlformats.org/officeDocument/2006/relationships/image" Target="../media/image76.png"/><Relationship Id="rId26" Type="http://schemas.openxmlformats.org/officeDocument/2006/relationships/image" Target="../media/image88.png"/><Relationship Id="rId27" Type="http://schemas.openxmlformats.org/officeDocument/2006/relationships/image" Target="../media/image77.png"/><Relationship Id="rId28" Type="http://schemas.openxmlformats.org/officeDocument/2006/relationships/image" Target="../media/image78.png"/><Relationship Id="rId29" Type="http://schemas.openxmlformats.org/officeDocument/2006/relationships/image" Target="../media/image89.png"/><Relationship Id="rId30" Type="http://schemas.openxmlformats.org/officeDocument/2006/relationships/image" Target="../media/image79.png"/><Relationship Id="rId31" Type="http://schemas.openxmlformats.org/officeDocument/2006/relationships/image" Target="../media/image90.png"/><Relationship Id="rId32" Type="http://schemas.openxmlformats.org/officeDocument/2006/relationships/image" Target="../media/image80.png"/><Relationship Id="rId33" Type="http://schemas.openxmlformats.org/officeDocument/2006/relationships/image" Target="../media/image91.png"/><Relationship Id="rId34" Type="http://schemas.openxmlformats.org/officeDocument/2006/relationships/image" Target="../media/image81.png"/><Relationship Id="rId35" Type="http://schemas.openxmlformats.org/officeDocument/2006/relationships/image" Target="../media/image350.png"/><Relationship Id="rId36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51.png"/><Relationship Id="rId5" Type="http://schemas.openxmlformats.org/officeDocument/2006/relationships/image" Target="../media/image352.png"/><Relationship Id="rId6" Type="http://schemas.openxmlformats.org/officeDocument/2006/relationships/image" Target="../media/image353.png"/><Relationship Id="rId7" Type="http://schemas.openxmlformats.org/officeDocument/2006/relationships/image" Target="../media/image354.png"/><Relationship Id="rId8" Type="http://schemas.openxmlformats.org/officeDocument/2006/relationships/image" Target="../media/image355.png"/><Relationship Id="rId9" Type="http://schemas.openxmlformats.org/officeDocument/2006/relationships/image" Target="../media/image356.png"/><Relationship Id="rId10" Type="http://schemas.openxmlformats.org/officeDocument/2006/relationships/image" Target="../media/image344.png"/><Relationship Id="rId11" Type="http://schemas.openxmlformats.org/officeDocument/2006/relationships/image" Target="../media/image10.png"/><Relationship Id="rId12" Type="http://schemas.openxmlformats.org/officeDocument/2006/relationships/image" Target="../media/image357.png"/><Relationship Id="rId1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58.png"/><Relationship Id="rId6" Type="http://schemas.openxmlformats.org/officeDocument/2006/relationships/image" Target="../media/image359.png"/><Relationship Id="rId7" Type="http://schemas.openxmlformats.org/officeDocument/2006/relationships/image" Target="../media/image351.png"/><Relationship Id="rId8" Type="http://schemas.openxmlformats.org/officeDocument/2006/relationships/image" Target="../media/image352.png"/><Relationship Id="rId9" Type="http://schemas.openxmlformats.org/officeDocument/2006/relationships/image" Target="../media/image353.png"/><Relationship Id="rId10" Type="http://schemas.openxmlformats.org/officeDocument/2006/relationships/image" Target="../media/image354.png"/><Relationship Id="rId11" Type="http://schemas.openxmlformats.org/officeDocument/2006/relationships/image" Target="../media/image355.png"/><Relationship Id="rId12" Type="http://schemas.openxmlformats.org/officeDocument/2006/relationships/image" Target="../media/image356.png"/><Relationship Id="rId13" Type="http://schemas.openxmlformats.org/officeDocument/2006/relationships/image" Target="../media/image344.png"/><Relationship Id="rId14" Type="http://schemas.openxmlformats.org/officeDocument/2006/relationships/image" Target="../media/image37.png"/><Relationship Id="rId15" Type="http://schemas.openxmlformats.org/officeDocument/2006/relationships/image" Target="../media/image360.png"/><Relationship Id="rId16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6.png"/><Relationship Id="rId5" Type="http://schemas.openxmlformats.org/officeDocument/2006/relationships/image" Target="../media/image358.png"/><Relationship Id="rId6" Type="http://schemas.openxmlformats.org/officeDocument/2006/relationships/image" Target="../media/image359.png"/><Relationship Id="rId7" Type="http://schemas.openxmlformats.org/officeDocument/2006/relationships/image" Target="../media/image351.png"/><Relationship Id="rId8" Type="http://schemas.openxmlformats.org/officeDocument/2006/relationships/image" Target="../media/image352.png"/><Relationship Id="rId9" Type="http://schemas.openxmlformats.org/officeDocument/2006/relationships/image" Target="../media/image353.png"/><Relationship Id="rId10" Type="http://schemas.openxmlformats.org/officeDocument/2006/relationships/image" Target="../media/image354.png"/><Relationship Id="rId11" Type="http://schemas.openxmlformats.org/officeDocument/2006/relationships/image" Target="../media/image355.png"/><Relationship Id="rId12" Type="http://schemas.openxmlformats.org/officeDocument/2006/relationships/image" Target="../media/image356.png"/><Relationship Id="rId13" Type="http://schemas.openxmlformats.org/officeDocument/2006/relationships/image" Target="../media/image344.png"/><Relationship Id="rId14" Type="http://schemas.openxmlformats.org/officeDocument/2006/relationships/image" Target="../media/image37.png"/><Relationship Id="rId15" Type="http://schemas.openxmlformats.org/officeDocument/2006/relationships/image" Target="../media/image361.png"/><Relationship Id="rId16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6.png"/><Relationship Id="rId5" Type="http://schemas.openxmlformats.org/officeDocument/2006/relationships/image" Target="../media/image312.png"/><Relationship Id="rId6" Type="http://schemas.openxmlformats.org/officeDocument/2006/relationships/image" Target="../media/image351.png"/><Relationship Id="rId7" Type="http://schemas.openxmlformats.org/officeDocument/2006/relationships/image" Target="../media/image352.png"/><Relationship Id="rId8" Type="http://schemas.openxmlformats.org/officeDocument/2006/relationships/image" Target="../media/image353.png"/><Relationship Id="rId9" Type="http://schemas.openxmlformats.org/officeDocument/2006/relationships/image" Target="../media/image354.png"/><Relationship Id="rId10" Type="http://schemas.openxmlformats.org/officeDocument/2006/relationships/image" Target="../media/image355.png"/><Relationship Id="rId11" Type="http://schemas.openxmlformats.org/officeDocument/2006/relationships/image" Target="../media/image356.png"/><Relationship Id="rId12" Type="http://schemas.openxmlformats.org/officeDocument/2006/relationships/image" Target="../media/image344.png"/><Relationship Id="rId13" Type="http://schemas.openxmlformats.org/officeDocument/2006/relationships/image" Target="../media/image37.png"/><Relationship Id="rId14" Type="http://schemas.openxmlformats.org/officeDocument/2006/relationships/image" Target="../media/image361.png"/><Relationship Id="rId15" Type="http://schemas.openxmlformats.org/officeDocument/2006/relationships/image" Target="../media/image362.png"/><Relationship Id="rId16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58.png"/><Relationship Id="rId6" Type="http://schemas.openxmlformats.org/officeDocument/2006/relationships/image" Target="../media/image351.png"/><Relationship Id="rId7" Type="http://schemas.openxmlformats.org/officeDocument/2006/relationships/image" Target="../media/image353.png"/><Relationship Id="rId8" Type="http://schemas.openxmlformats.org/officeDocument/2006/relationships/image" Target="../media/image354.png"/><Relationship Id="rId9" Type="http://schemas.openxmlformats.org/officeDocument/2006/relationships/image" Target="../media/image344.png"/><Relationship Id="rId10" Type="http://schemas.openxmlformats.org/officeDocument/2006/relationships/image" Target="../media/image10.png"/><Relationship Id="rId11" Type="http://schemas.openxmlformats.org/officeDocument/2006/relationships/image" Target="../media/image363.png"/><Relationship Id="rId1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6.png"/><Relationship Id="rId5" Type="http://schemas.openxmlformats.org/officeDocument/2006/relationships/image" Target="../media/image312.png"/><Relationship Id="rId6" Type="http://schemas.openxmlformats.org/officeDocument/2006/relationships/image" Target="../media/image351.png"/><Relationship Id="rId7" Type="http://schemas.openxmlformats.org/officeDocument/2006/relationships/image" Target="../media/image352.png"/><Relationship Id="rId8" Type="http://schemas.openxmlformats.org/officeDocument/2006/relationships/image" Target="../media/image353.png"/><Relationship Id="rId9" Type="http://schemas.openxmlformats.org/officeDocument/2006/relationships/image" Target="../media/image354.png"/><Relationship Id="rId10" Type="http://schemas.openxmlformats.org/officeDocument/2006/relationships/image" Target="../media/image355.png"/><Relationship Id="rId11" Type="http://schemas.openxmlformats.org/officeDocument/2006/relationships/image" Target="../media/image356.png"/><Relationship Id="rId12" Type="http://schemas.openxmlformats.org/officeDocument/2006/relationships/image" Target="../media/image364.png"/><Relationship Id="rId13" Type="http://schemas.openxmlformats.org/officeDocument/2006/relationships/image" Target="../media/image344.png"/><Relationship Id="rId14" Type="http://schemas.openxmlformats.org/officeDocument/2006/relationships/image" Target="../media/image365.png"/><Relationship Id="rId15" Type="http://schemas.openxmlformats.org/officeDocument/2006/relationships/image" Target="../media/image366.png"/><Relationship Id="rId1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67.png"/><Relationship Id="rId5" Type="http://schemas.openxmlformats.org/officeDocument/2006/relationships/image" Target="../media/image368.png"/><Relationship Id="rId6" Type="http://schemas.openxmlformats.org/officeDocument/2006/relationships/image" Target="../media/image369.png"/><Relationship Id="rId7" Type="http://schemas.openxmlformats.org/officeDocument/2006/relationships/image" Target="../media/image370.png"/><Relationship Id="rId8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3500" y="5842000"/>
            <a:ext cx="6985000" cy="1905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4508500"/>
            <a:ext cx="1079500" cy="13335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6" name="!!t_icm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254000"/>
            <a:ext cx="2540000" cy="635000"/>
          </a:xfrm>
          <a:prstGeom prst="rect">
            <a:avLst/>
          </a:prstGeom>
        </p:spPr>
      </p:pic>
      <p:pic>
        <p:nvPicPr>
          <p:cNvPr id="7" name="!!t_repr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9250" y="2349500"/>
            <a:ext cx="3873500" cy="635000"/>
          </a:xfrm>
          <a:prstGeom prst="rect">
            <a:avLst/>
          </a:prstGeom>
        </p:spPr>
      </p:pic>
      <p:pic>
        <p:nvPicPr>
          <p:cNvPr id="8" name="!!tit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3625" y="889000"/>
            <a:ext cx="10064750" cy="1270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0" y="6172200"/>
            <a:ext cx="5715000" cy="2286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76200"/>
            <a:ext cx="3276600" cy="27432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2895600"/>
            <a:ext cx="4267200" cy="3276600"/>
          </a:xfrm>
          <a:prstGeom prst="rect">
            <a:avLst/>
          </a:prstGeom>
        </p:spPr>
      </p:pic>
      <p:pic>
        <p:nvPicPr>
          <p:cNvPr id="6" name="!!t_credi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0" y="762000"/>
            <a:ext cx="2730500" cy="2286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508500" cy="5016500"/>
          </a:xfrm>
          <a:prstGeom prst="rect">
            <a:avLst/>
          </a:prstGeom>
        </p:spPr>
      </p:pic>
      <p:pic>
        <p:nvPicPr>
          <p:cNvPr id="6" name="!!q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524000"/>
            <a:ext cx="4127500" cy="2222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8" name="!!t_credi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0" y="762000"/>
            <a:ext cx="2730500" cy="2286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508500" cy="50165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508500" cy="50165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4127500" cy="2222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4127500" cy="22225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0" name="!!t_credi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0" y="762000"/>
            <a:ext cx="2730500" cy="2286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508500" cy="50165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508500" cy="50165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4127500" cy="2222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4127500" cy="22225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" y="4064000"/>
            <a:ext cx="2317750" cy="31750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4064000"/>
            <a:ext cx="2540000" cy="3175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2" name="!!t_credi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381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0" y="762000"/>
            <a:ext cx="2730500" cy="2286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508500" cy="50165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508500" cy="50165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4127500" cy="2222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4127500" cy="22225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" y="4064000"/>
            <a:ext cx="2317750" cy="31750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4064000"/>
            <a:ext cx="2540000" cy="317500"/>
          </a:xfrm>
          <a:prstGeom prst="rect">
            <a:avLst/>
          </a:prstGeom>
        </p:spPr>
      </p:pic>
      <p:pic>
        <p:nvPicPr>
          <p:cNvPr id="11" name="!!ans_l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3873500"/>
            <a:ext cx="920750" cy="635000"/>
          </a:xfrm>
          <a:prstGeom prst="rect">
            <a:avLst/>
          </a:prstGeom>
        </p:spPr>
      </p:pic>
      <p:pic>
        <p:nvPicPr>
          <p:cNvPr id="12" name="!!ans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7500" y="3873500"/>
            <a:ext cx="920750" cy="635000"/>
          </a:xfrm>
          <a:prstGeom prst="rect">
            <a:avLst/>
          </a:prstGeom>
        </p:spPr>
      </p:pic>
      <p:pic>
        <p:nvPicPr>
          <p:cNvPr id="13" name="!!mark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2750" y="4032250"/>
            <a:ext cx="349250" cy="285750"/>
          </a:xfrm>
          <a:prstGeom prst="rect">
            <a:avLst/>
          </a:prstGeom>
        </p:spPr>
      </p:pic>
      <p:pic>
        <p:nvPicPr>
          <p:cNvPr id="14" name="!!mark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25250" y="4032250"/>
            <a:ext cx="285750" cy="28575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6" name="!!t_credi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17" name="!!t_nam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49750" y="5969000"/>
            <a:ext cx="3492500" cy="635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269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0" y="762000"/>
            <a:ext cx="2730500" cy="2286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508500" cy="50165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508500" cy="50165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4127500" cy="2222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4127500" cy="22225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" y="4064000"/>
            <a:ext cx="2317750" cy="31750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4064000"/>
            <a:ext cx="2540000" cy="31750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4730750"/>
            <a:ext cx="857250" cy="857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2250" y="4826000"/>
            <a:ext cx="3111500" cy="857250"/>
          </a:xfrm>
          <a:prstGeom prst="rect">
            <a:avLst/>
          </a:prstGeom>
        </p:spPr>
      </p:pic>
      <p:pic>
        <p:nvPicPr>
          <p:cNvPr id="13" name="!!ans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75000" y="3873500"/>
            <a:ext cx="920750" cy="635000"/>
          </a:xfrm>
          <a:prstGeom prst="rect">
            <a:avLst/>
          </a:prstGeom>
        </p:spPr>
      </p:pic>
      <p:pic>
        <p:nvPicPr>
          <p:cNvPr id="14" name="!!ans_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77500" y="3873500"/>
            <a:ext cx="920750" cy="635000"/>
          </a:xfrm>
          <a:prstGeom prst="rect">
            <a:avLst/>
          </a:prstGeom>
        </p:spPr>
      </p:pic>
      <p:pic>
        <p:nvPicPr>
          <p:cNvPr id="15" name="!!mark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22750" y="4032250"/>
            <a:ext cx="349250" cy="285750"/>
          </a:xfrm>
          <a:prstGeom prst="rect">
            <a:avLst/>
          </a:prstGeom>
        </p:spPr>
      </p:pic>
      <p:pic>
        <p:nvPicPr>
          <p:cNvPr id="16" name="!!mark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25250" y="4032250"/>
            <a:ext cx="285750" cy="285750"/>
          </a:xfrm>
          <a:prstGeom prst="rect">
            <a:avLst/>
          </a:prstGeom>
        </p:spPr>
      </p:pic>
      <p:pic>
        <p:nvPicPr>
          <p:cNvPr id="17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8" name="!!t_credit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19" name="!!t_nam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49750" y="5969000"/>
            <a:ext cx="349250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0" y="762000"/>
            <a:ext cx="2730500" cy="2286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508500" cy="50165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508500" cy="50165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4127500" cy="2222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4127500" cy="22225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" y="4064000"/>
            <a:ext cx="2317750" cy="31750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4064000"/>
            <a:ext cx="2540000" cy="31750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4730750"/>
            <a:ext cx="857250" cy="857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2250" y="4826000"/>
            <a:ext cx="3111500" cy="85725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47000" y="4762500"/>
            <a:ext cx="889000" cy="6350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00" y="4826000"/>
            <a:ext cx="3079750" cy="85725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75000" y="3873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77500" y="3873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22750" y="4032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25250" y="4032250"/>
            <a:ext cx="285750" cy="28575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0" name="!!t_credi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21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49750" y="5969000"/>
            <a:ext cx="3492500" cy="63500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0" y="762000"/>
            <a:ext cx="2730500" cy="2286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508500" cy="50165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508500" cy="50165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4127500" cy="2222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4127500" cy="22225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" y="4064000"/>
            <a:ext cx="2317750" cy="31750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4064000"/>
            <a:ext cx="2540000" cy="31750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4730750"/>
            <a:ext cx="857250" cy="857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2250" y="4826000"/>
            <a:ext cx="3111500" cy="85725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47000" y="4762500"/>
            <a:ext cx="889000" cy="6350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00" y="4826000"/>
            <a:ext cx="3079750" cy="85725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75000" y="3873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77500" y="3873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22750" y="4032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25250" y="4032250"/>
            <a:ext cx="285750" cy="285750"/>
          </a:xfrm>
          <a:prstGeom prst="rect">
            <a:avLst/>
          </a:prstGeom>
        </p:spPr>
      </p:pic>
      <p:pic>
        <p:nvPicPr>
          <p:cNvPr id="19" name="!!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59000" y="920750"/>
            <a:ext cx="2413000" cy="635000"/>
          </a:xfrm>
          <a:prstGeom prst="rect">
            <a:avLst/>
          </a:prstGeom>
        </p:spPr>
      </p:pic>
      <p:pic>
        <p:nvPicPr>
          <p:cNvPr id="20" name="!!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61500" y="92075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2" name="!!t_credi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23" name="!!t_nam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49750" y="5969000"/>
            <a:ext cx="3492500" cy="63500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74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0750" y="762000"/>
            <a:ext cx="2730500" cy="22860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" y="889000"/>
            <a:ext cx="4508500" cy="50165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000" y="889000"/>
            <a:ext cx="4508500" cy="50165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524000"/>
            <a:ext cx="4127500" cy="2222500"/>
          </a:xfrm>
          <a:prstGeom prst="rect">
            <a:avLst/>
          </a:prstGeom>
        </p:spPr>
      </p:pic>
      <p:pic>
        <p:nvPicPr>
          <p:cNvPr id="8" name="!!q_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3500" y="1524000"/>
            <a:ext cx="4127500" cy="2222500"/>
          </a:xfrm>
          <a:prstGeom prst="rect">
            <a:avLst/>
          </a:prstGeom>
        </p:spPr>
      </p:pic>
      <p:pic>
        <p:nvPicPr>
          <p:cNvPr id="9" name="!!t_true_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4500" y="4064000"/>
            <a:ext cx="2317750" cy="317500"/>
          </a:xfrm>
          <a:prstGeom prst="rect">
            <a:avLst/>
          </a:prstGeom>
        </p:spPr>
      </p:pic>
      <p:pic>
        <p:nvPicPr>
          <p:cNvPr id="10" name="!!t_true_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4064000"/>
            <a:ext cx="2540000" cy="317500"/>
          </a:xfrm>
          <a:prstGeom prst="rect">
            <a:avLst/>
          </a:prstGeom>
        </p:spPr>
      </p:pic>
      <p:pic>
        <p:nvPicPr>
          <p:cNvPr id="11" name="!!why_l_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4730750"/>
            <a:ext cx="857250" cy="857250"/>
          </a:xfrm>
          <a:prstGeom prst="rect">
            <a:avLst/>
          </a:prstGeom>
        </p:spPr>
      </p:pic>
      <p:pic>
        <p:nvPicPr>
          <p:cNvPr id="12" name="!!t_why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92250" y="4826000"/>
            <a:ext cx="3111500" cy="857250"/>
          </a:xfrm>
          <a:prstGeom prst="rect">
            <a:avLst/>
          </a:prstGeom>
        </p:spPr>
      </p:pic>
      <p:pic>
        <p:nvPicPr>
          <p:cNvPr id="13" name="!!why_r_i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47000" y="4762500"/>
            <a:ext cx="889000" cy="635000"/>
          </a:xfrm>
          <a:prstGeom prst="rect">
            <a:avLst/>
          </a:prstGeom>
        </p:spPr>
      </p:pic>
      <p:pic>
        <p:nvPicPr>
          <p:cNvPr id="14" name="!!t_why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6500" y="4826000"/>
            <a:ext cx="3079750" cy="857250"/>
          </a:xfrm>
          <a:prstGeom prst="rect">
            <a:avLst/>
          </a:prstGeom>
        </p:spPr>
      </p:pic>
      <p:pic>
        <p:nvPicPr>
          <p:cNvPr id="15" name="!!ans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75000" y="3873500"/>
            <a:ext cx="920750" cy="635000"/>
          </a:xfrm>
          <a:prstGeom prst="rect">
            <a:avLst/>
          </a:prstGeom>
        </p:spPr>
      </p:pic>
      <p:pic>
        <p:nvPicPr>
          <p:cNvPr id="16" name="!!ans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77500" y="3873500"/>
            <a:ext cx="920750" cy="635000"/>
          </a:xfrm>
          <a:prstGeom prst="rect">
            <a:avLst/>
          </a:prstGeom>
        </p:spPr>
      </p:pic>
      <p:pic>
        <p:nvPicPr>
          <p:cNvPr id="17" name="!!mark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22750" y="4032250"/>
            <a:ext cx="349250" cy="285750"/>
          </a:xfrm>
          <a:prstGeom prst="rect">
            <a:avLst/>
          </a:prstGeom>
        </p:spPr>
      </p:pic>
      <p:pic>
        <p:nvPicPr>
          <p:cNvPr id="18" name="!!mark_r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25250" y="4032250"/>
            <a:ext cx="285750" cy="285750"/>
          </a:xfrm>
          <a:prstGeom prst="rect">
            <a:avLst/>
          </a:prstGeom>
        </p:spPr>
      </p:pic>
      <p:pic>
        <p:nvPicPr>
          <p:cNvPr id="19" name="!!ok_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59000" y="920750"/>
            <a:ext cx="2413000" cy="635000"/>
          </a:xfrm>
          <a:prstGeom prst="rect">
            <a:avLst/>
          </a:prstGeom>
        </p:spPr>
      </p:pic>
      <p:pic>
        <p:nvPicPr>
          <p:cNvPr id="20" name="!!o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61500" y="920750"/>
            <a:ext cx="2413000" cy="635000"/>
          </a:xfrm>
          <a:prstGeom prst="rect">
            <a:avLst/>
          </a:prstGeom>
        </p:spPr>
      </p:pic>
      <p:pic>
        <p:nvPicPr>
          <p:cNvPr id="21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2" name="!!t_credi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2250" y="317500"/>
            <a:ext cx="4095750" cy="381000"/>
          </a:xfrm>
          <a:prstGeom prst="rect">
            <a:avLst/>
          </a:prstGeom>
        </p:spPr>
      </p:pic>
      <p:pic>
        <p:nvPicPr>
          <p:cNvPr id="23" name="!!t_nam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49750" y="5969000"/>
            <a:ext cx="3492500" cy="63500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_0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750" y="1397000"/>
            <a:ext cx="825500" cy="1016000"/>
          </a:xfrm>
          <a:prstGeom prst="rect">
            <a:avLst/>
          </a:prstGeom>
        </p:spPr>
      </p:pic>
      <p:pic>
        <p:nvPicPr>
          <p:cNvPr id="4" name="!!c_0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0" y="1397000"/>
            <a:ext cx="825500" cy="1016000"/>
          </a:xfrm>
          <a:prstGeom prst="rect">
            <a:avLst/>
          </a:prstGeom>
        </p:spPr>
      </p:pic>
      <p:pic>
        <p:nvPicPr>
          <p:cNvPr id="5" name="!!c_1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0250" y="1397000"/>
            <a:ext cx="825500" cy="1016000"/>
          </a:xfrm>
          <a:prstGeom prst="rect">
            <a:avLst/>
          </a:prstGeom>
        </p:spPr>
      </p:pic>
      <p:pic>
        <p:nvPicPr>
          <p:cNvPr id="6" name="!!c_1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9250" y="1397000"/>
            <a:ext cx="825500" cy="1016000"/>
          </a:xfrm>
          <a:prstGeom prst="rect">
            <a:avLst/>
          </a:prstGeom>
        </p:spPr>
      </p:pic>
      <p:pic>
        <p:nvPicPr>
          <p:cNvPr id="7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0" y="1397000"/>
            <a:ext cx="825500" cy="1016000"/>
          </a:xfrm>
          <a:prstGeom prst="rect">
            <a:avLst/>
          </a:prstGeom>
        </p:spPr>
      </p:pic>
      <p:pic>
        <p:nvPicPr>
          <p:cNvPr id="8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7750" y="1397000"/>
            <a:ext cx="825500" cy="1016000"/>
          </a:xfrm>
          <a:prstGeom prst="rect">
            <a:avLst/>
          </a:prstGeom>
        </p:spPr>
      </p:pic>
      <p:pic>
        <p:nvPicPr>
          <p:cNvPr id="9" name="!!c_3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7250" y="1397000"/>
            <a:ext cx="825500" cy="1016000"/>
          </a:xfrm>
          <a:prstGeom prst="rect">
            <a:avLst/>
          </a:prstGeom>
        </p:spPr>
      </p:pic>
      <p:pic>
        <p:nvPicPr>
          <p:cNvPr id="10" name="!!c_3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0" y="1397000"/>
            <a:ext cx="825500" cy="1016000"/>
          </a:xfrm>
          <a:prstGeom prst="rect">
            <a:avLst/>
          </a:prstGeom>
        </p:spPr>
      </p:pic>
      <p:pic>
        <p:nvPicPr>
          <p:cNvPr id="11" name="!!c_4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5750" y="1397000"/>
            <a:ext cx="825500" cy="1016000"/>
          </a:xfrm>
          <a:prstGeom prst="rect">
            <a:avLst/>
          </a:prstGeom>
        </p:spPr>
      </p:pic>
      <p:pic>
        <p:nvPicPr>
          <p:cNvPr id="12" name="!!c_4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750" y="1397000"/>
            <a:ext cx="825500" cy="1016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750" y="2603500"/>
            <a:ext cx="825500" cy="1016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0" y="2603500"/>
            <a:ext cx="825500" cy="1016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0250" y="2603500"/>
            <a:ext cx="825500" cy="1016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9250" y="2603500"/>
            <a:ext cx="825500" cy="1016000"/>
          </a:xfrm>
          <a:prstGeom prst="rect">
            <a:avLst/>
          </a:prstGeom>
        </p:spPr>
      </p:pic>
      <p:pic>
        <p:nvPicPr>
          <p:cNvPr id="17" name="!!c_8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7250" y="2603500"/>
            <a:ext cx="825500" cy="1016000"/>
          </a:xfrm>
          <a:prstGeom prst="rect">
            <a:avLst/>
          </a:prstGeom>
        </p:spPr>
      </p:pic>
      <p:pic>
        <p:nvPicPr>
          <p:cNvPr id="18" name="!!c_8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0" y="2603500"/>
            <a:ext cx="825500" cy="1016000"/>
          </a:xfrm>
          <a:prstGeom prst="rect">
            <a:avLst/>
          </a:prstGeom>
        </p:spPr>
      </p:pic>
      <p:pic>
        <p:nvPicPr>
          <p:cNvPr id="19" name="!!c_9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5750" y="2603500"/>
            <a:ext cx="825500" cy="1016000"/>
          </a:xfrm>
          <a:prstGeom prst="rect">
            <a:avLst/>
          </a:prstGeom>
        </p:spPr>
      </p:pic>
      <p:pic>
        <p:nvPicPr>
          <p:cNvPr id="20" name="!!c_9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750" y="2603500"/>
            <a:ext cx="825500" cy="1016000"/>
          </a:xfrm>
          <a:prstGeom prst="rect">
            <a:avLst/>
          </a:prstGeom>
        </p:spPr>
      </p:pic>
      <p:pic>
        <p:nvPicPr>
          <p:cNvPr id="21" name="!!c_10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750" y="3810000"/>
            <a:ext cx="825500" cy="1016000"/>
          </a:xfrm>
          <a:prstGeom prst="rect">
            <a:avLst/>
          </a:prstGeom>
        </p:spPr>
      </p:pic>
      <p:pic>
        <p:nvPicPr>
          <p:cNvPr id="22" name="!!c_10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0" y="3810000"/>
            <a:ext cx="825500" cy="1016000"/>
          </a:xfrm>
          <a:prstGeom prst="rect">
            <a:avLst/>
          </a:prstGeom>
        </p:spPr>
      </p:pic>
      <p:pic>
        <p:nvPicPr>
          <p:cNvPr id="23" name="!!c_11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0250" y="3810000"/>
            <a:ext cx="825500" cy="1016000"/>
          </a:xfrm>
          <a:prstGeom prst="rect">
            <a:avLst/>
          </a:prstGeom>
        </p:spPr>
      </p:pic>
      <p:pic>
        <p:nvPicPr>
          <p:cNvPr id="24" name="!!c_11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9250" y="3810000"/>
            <a:ext cx="825500" cy="1016000"/>
          </a:xfrm>
          <a:prstGeom prst="rect">
            <a:avLst/>
          </a:prstGeom>
        </p:spPr>
      </p:pic>
      <p:pic>
        <p:nvPicPr>
          <p:cNvPr id="25" name="!!c_1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0" y="3810000"/>
            <a:ext cx="825500" cy="1016000"/>
          </a:xfrm>
          <a:prstGeom prst="rect">
            <a:avLst/>
          </a:prstGeom>
        </p:spPr>
      </p:pic>
      <p:pic>
        <p:nvPicPr>
          <p:cNvPr id="26" name="!!c_1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7750" y="3810000"/>
            <a:ext cx="825500" cy="1016000"/>
          </a:xfrm>
          <a:prstGeom prst="rect">
            <a:avLst/>
          </a:prstGeom>
        </p:spPr>
      </p:pic>
      <p:pic>
        <p:nvPicPr>
          <p:cNvPr id="27" name="!!c_13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7250" y="3810000"/>
            <a:ext cx="825500" cy="1016000"/>
          </a:xfrm>
          <a:prstGeom prst="rect">
            <a:avLst/>
          </a:prstGeom>
        </p:spPr>
      </p:pic>
      <p:pic>
        <p:nvPicPr>
          <p:cNvPr id="28" name="!!c_13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0" y="3810000"/>
            <a:ext cx="825500" cy="1016000"/>
          </a:xfrm>
          <a:prstGeom prst="rect">
            <a:avLst/>
          </a:prstGeom>
        </p:spPr>
      </p:pic>
      <p:pic>
        <p:nvPicPr>
          <p:cNvPr id="29" name="!!c_14_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5750" y="3810000"/>
            <a:ext cx="825500" cy="1016000"/>
          </a:xfrm>
          <a:prstGeom prst="rect">
            <a:avLst/>
          </a:prstGeom>
        </p:spPr>
      </p:pic>
      <p:pic>
        <p:nvPicPr>
          <p:cNvPr id="30" name="!!c_14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4750" y="3810000"/>
            <a:ext cx="825500" cy="1016000"/>
          </a:xfrm>
          <a:prstGeom prst="rect">
            <a:avLst/>
          </a:prstGeom>
        </p:spPr>
      </p:pic>
      <p:pic>
        <p:nvPicPr>
          <p:cNvPr id="31" name="!!win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8750" y="2603500"/>
            <a:ext cx="889000" cy="1079500"/>
          </a:xfrm>
          <a:prstGeom prst="rect">
            <a:avLst/>
          </a:prstGeom>
        </p:spPr>
      </p:pic>
      <p:pic>
        <p:nvPicPr>
          <p:cNvPr id="32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7750" y="2603500"/>
            <a:ext cx="889000" cy="1079500"/>
          </a:xfrm>
          <a:prstGeom prst="rect">
            <a:avLst/>
          </a:prstGeom>
        </p:spPr>
      </p:pic>
      <p:pic>
        <p:nvPicPr>
          <p:cNvPr id="33" name="!!t_pair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0" y="254000"/>
            <a:ext cx="4572000" cy="857250"/>
          </a:xfrm>
          <a:prstGeom prst="rect">
            <a:avLst/>
          </a:prstGeom>
        </p:spPr>
      </p:pic>
      <p:pic>
        <p:nvPicPr>
          <p:cNvPr id="34" name="!!t_kind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70000" y="5270500"/>
            <a:ext cx="1968500" cy="698500"/>
          </a:xfrm>
          <a:prstGeom prst="rect">
            <a:avLst/>
          </a:prstGeom>
        </p:spPr>
      </p:pic>
      <p:pic>
        <p:nvPicPr>
          <p:cNvPr id="35" name="!!t_kind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0" y="5270500"/>
            <a:ext cx="1714500" cy="698500"/>
          </a:xfrm>
          <a:prstGeom prst="rect">
            <a:avLst/>
          </a:prstGeom>
        </p:spPr>
      </p:pic>
      <p:pic>
        <p:nvPicPr>
          <p:cNvPr id="36" name="!!t_kind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0" y="5270500"/>
            <a:ext cx="2127250" cy="698500"/>
          </a:xfrm>
          <a:prstGeom prst="rect">
            <a:avLst/>
          </a:prstGeom>
        </p:spPr>
      </p:pic>
      <p:pic>
        <p:nvPicPr>
          <p:cNvPr id="37" name="!!t_kind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94750" y="5270500"/>
            <a:ext cx="2095500" cy="698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in_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1828800"/>
            <a:ext cx="1066800" cy="1295400"/>
          </a:xfrm>
          <a:prstGeom prst="rect">
            <a:avLst/>
          </a:prstGeom>
        </p:spPr>
      </p:pic>
      <p:pic>
        <p:nvPicPr>
          <p:cNvPr id="4" name="!!win_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657600"/>
            <a:ext cx="1066800" cy="1295400"/>
          </a:xfrm>
          <a:prstGeom prst="rect">
            <a:avLst/>
          </a:prstGeom>
        </p:spPr>
      </p:pic>
      <p:pic>
        <p:nvPicPr>
          <p:cNvPr id="5" name="!!row_a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2171700"/>
            <a:ext cx="4533900" cy="533400"/>
          </a:xfrm>
          <a:prstGeom prst="rect">
            <a:avLst/>
          </a:prstGeom>
        </p:spPr>
      </p:pic>
      <p:pic>
        <p:nvPicPr>
          <p:cNvPr id="6" name="!!row_b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600" y="4000500"/>
            <a:ext cx="4533900" cy="533400"/>
          </a:xfrm>
          <a:prstGeom prst="rect">
            <a:avLst/>
          </a:prstGeom>
        </p:spPr>
      </p:pic>
      <p:pic>
        <p:nvPicPr>
          <p:cNvPr id="7" name="!!t_q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0" y="1371600"/>
            <a:ext cx="2209800" cy="457200"/>
          </a:xfrm>
          <a:prstGeom prst="rect">
            <a:avLst/>
          </a:prstGeom>
        </p:spPr>
      </p:pic>
      <p:pic>
        <p:nvPicPr>
          <p:cNvPr id="8" name="!!t_q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400" y="3200400"/>
            <a:ext cx="232410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254000"/>
            <a:ext cx="663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in_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1828800"/>
            <a:ext cx="1066800" cy="1295400"/>
          </a:xfrm>
          <a:prstGeom prst="rect">
            <a:avLst/>
          </a:prstGeom>
        </p:spPr>
      </p:pic>
      <p:pic>
        <p:nvPicPr>
          <p:cNvPr id="4" name="!!win_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657600"/>
            <a:ext cx="1066800" cy="1295400"/>
          </a:xfrm>
          <a:prstGeom prst="rect">
            <a:avLst/>
          </a:prstGeom>
        </p:spPr>
      </p:pic>
      <p:pic>
        <p:nvPicPr>
          <p:cNvPr id="5" name="!!row_a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2171700"/>
            <a:ext cx="4533900" cy="533400"/>
          </a:xfrm>
          <a:prstGeom prst="rect">
            <a:avLst/>
          </a:prstGeom>
        </p:spPr>
      </p:pic>
      <p:pic>
        <p:nvPicPr>
          <p:cNvPr id="6" name="!!row_b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600" y="4000500"/>
            <a:ext cx="4533900" cy="533400"/>
          </a:xfrm>
          <a:prstGeom prst="rect">
            <a:avLst/>
          </a:prstGeom>
        </p:spPr>
      </p:pic>
      <p:pic>
        <p:nvPicPr>
          <p:cNvPr id="7" name="!!t_q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0" y="1371600"/>
            <a:ext cx="2209800" cy="457200"/>
          </a:xfrm>
          <a:prstGeom prst="rect">
            <a:avLst/>
          </a:prstGeom>
        </p:spPr>
      </p:pic>
      <p:pic>
        <p:nvPicPr>
          <p:cNvPr id="8" name="!!t_q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400" y="3200400"/>
            <a:ext cx="2324100" cy="381000"/>
          </a:xfrm>
          <a:prstGeom prst="rect">
            <a:avLst/>
          </a:prstGeom>
        </p:spPr>
      </p:pic>
      <p:pic>
        <p:nvPicPr>
          <p:cNvPr id="9" name="!!t_ra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2209800"/>
            <a:ext cx="3009900" cy="457200"/>
          </a:xfrm>
          <a:prstGeom prst="rect">
            <a:avLst/>
          </a:prstGeom>
        </p:spPr>
      </p:pic>
      <p:pic>
        <p:nvPicPr>
          <p:cNvPr id="10" name="!!t_rb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0" y="4038600"/>
            <a:ext cx="3390900" cy="4572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254000"/>
            <a:ext cx="7334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in_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1828800"/>
            <a:ext cx="1066800" cy="1295400"/>
          </a:xfrm>
          <a:prstGeom prst="rect">
            <a:avLst/>
          </a:prstGeom>
        </p:spPr>
      </p:pic>
      <p:pic>
        <p:nvPicPr>
          <p:cNvPr id="4" name="!!win_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657600"/>
            <a:ext cx="1066800" cy="1295400"/>
          </a:xfrm>
          <a:prstGeom prst="rect">
            <a:avLst/>
          </a:prstGeom>
        </p:spPr>
      </p:pic>
      <p:pic>
        <p:nvPicPr>
          <p:cNvPr id="5" name="!!row_a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2171700"/>
            <a:ext cx="4533900" cy="533400"/>
          </a:xfrm>
          <a:prstGeom prst="rect">
            <a:avLst/>
          </a:prstGeom>
        </p:spPr>
      </p:pic>
      <p:pic>
        <p:nvPicPr>
          <p:cNvPr id="6" name="!!row_b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600" y="4000500"/>
            <a:ext cx="4533900" cy="533400"/>
          </a:xfrm>
          <a:prstGeom prst="rect">
            <a:avLst/>
          </a:prstGeom>
        </p:spPr>
      </p:pic>
      <p:pic>
        <p:nvPicPr>
          <p:cNvPr id="7" name="!!fla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400" y="3886200"/>
            <a:ext cx="609600" cy="990600"/>
          </a:xfrm>
          <a:prstGeom prst="rect">
            <a:avLst/>
          </a:prstGeom>
        </p:spPr>
      </p:pic>
      <p:pic>
        <p:nvPicPr>
          <p:cNvPr id="8" name="!!t_qa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400" y="1371600"/>
            <a:ext cx="2209800" cy="457200"/>
          </a:xfrm>
          <a:prstGeom prst="rect">
            <a:avLst/>
          </a:prstGeom>
        </p:spPr>
      </p:pic>
      <p:pic>
        <p:nvPicPr>
          <p:cNvPr id="9" name="!!t_qb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57400" y="3200400"/>
            <a:ext cx="2324100" cy="381000"/>
          </a:xfrm>
          <a:prstGeom prst="rect">
            <a:avLst/>
          </a:prstGeom>
        </p:spPr>
      </p:pic>
      <p:pic>
        <p:nvPicPr>
          <p:cNvPr id="10" name="!!t_ra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0" y="2209800"/>
            <a:ext cx="3009900" cy="457200"/>
          </a:xfrm>
          <a:prstGeom prst="rect">
            <a:avLst/>
          </a:prstGeom>
        </p:spPr>
      </p:pic>
      <p:pic>
        <p:nvPicPr>
          <p:cNvPr id="11" name="!!t_rb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0" y="4038600"/>
            <a:ext cx="3390900" cy="457200"/>
          </a:xfrm>
          <a:prstGeom prst="rect">
            <a:avLst/>
          </a:prstGeom>
        </p:spPr>
      </p:pic>
      <p:pic>
        <p:nvPicPr>
          <p:cNvPr id="12" name="!!t_lean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4800600"/>
            <a:ext cx="8267700" cy="4572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254000"/>
            <a:ext cx="9239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f2tit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90500"/>
            <a:ext cx="7810500" cy="457200"/>
          </a:xfrm>
          <a:prstGeom prst="rect">
            <a:avLst/>
          </a:prstGeom>
        </p:spPr>
      </p:pic>
      <p:pic>
        <p:nvPicPr>
          <p:cNvPr id="4" name="!!ch_f2g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2921000"/>
            <a:ext cx="9753600" cy="63500"/>
          </a:xfrm>
          <a:prstGeom prst="rect">
            <a:avLst/>
          </a:prstGeom>
        </p:spPr>
      </p:pic>
      <p:pic>
        <p:nvPicPr>
          <p:cNvPr id="5" name="!!ch_f2y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2768600"/>
            <a:ext cx="457200" cy="2540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1651000"/>
            <a:ext cx="9753600" cy="63500"/>
          </a:xfrm>
          <a:prstGeom prst="rect">
            <a:avLst/>
          </a:prstGeom>
        </p:spPr>
      </p:pic>
      <p:pic>
        <p:nvPicPr>
          <p:cNvPr id="7" name="!!ch_f2y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" y="1498600"/>
            <a:ext cx="558800" cy="2540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500" y="4191000"/>
            <a:ext cx="9753600" cy="63500"/>
          </a:xfrm>
          <a:prstGeom prst="rect">
            <a:avLst/>
          </a:prstGeom>
        </p:spPr>
      </p:pic>
      <p:pic>
        <p:nvPicPr>
          <p:cNvPr id="9" name="!!ch_f2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3500" y="4127500"/>
            <a:ext cx="381000" cy="63500"/>
          </a:xfrm>
          <a:prstGeom prst="rect">
            <a:avLst/>
          </a:prstGeom>
        </p:spPr>
      </p:pic>
      <p:pic>
        <p:nvPicPr>
          <p:cNvPr id="10" name="!!ch_f2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900" y="4406900"/>
            <a:ext cx="254000" cy="1397000"/>
          </a:xfrm>
          <a:prstGeom prst="rect">
            <a:avLst/>
          </a:prstGeom>
        </p:spPr>
      </p:pic>
      <p:pic>
        <p:nvPicPr>
          <p:cNvPr id="11" name="!!ch_f2b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3100" y="4127500"/>
            <a:ext cx="381000" cy="63500"/>
          </a:xfrm>
          <a:prstGeom prst="rect">
            <a:avLst/>
          </a:prstGeom>
        </p:spPr>
      </p:pic>
      <p:pic>
        <p:nvPicPr>
          <p:cNvPr id="12" name="!!ch_f2l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68500" y="4406900"/>
            <a:ext cx="254000" cy="2209800"/>
          </a:xfrm>
          <a:prstGeom prst="rect">
            <a:avLst/>
          </a:prstGeom>
        </p:spPr>
      </p:pic>
      <p:pic>
        <p:nvPicPr>
          <p:cNvPr id="13" name="!!ch_f2b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2700" y="4127500"/>
            <a:ext cx="381000" cy="63500"/>
          </a:xfrm>
          <a:prstGeom prst="rect">
            <a:avLst/>
          </a:prstGeom>
        </p:spPr>
      </p:pic>
      <p:pic>
        <p:nvPicPr>
          <p:cNvPr id="14" name="!!ch_f2l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8100" y="4406900"/>
            <a:ext cx="254000" cy="1701800"/>
          </a:xfrm>
          <a:prstGeom prst="rect">
            <a:avLst/>
          </a:prstGeom>
        </p:spPr>
      </p:pic>
      <p:pic>
        <p:nvPicPr>
          <p:cNvPr id="15" name="!!ch_f2b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300" y="4127500"/>
            <a:ext cx="381000" cy="635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87700" y="4406900"/>
            <a:ext cx="304800" cy="2336800"/>
          </a:xfrm>
          <a:prstGeom prst="rect">
            <a:avLst/>
          </a:prstGeom>
        </p:spPr>
      </p:pic>
      <p:pic>
        <p:nvPicPr>
          <p:cNvPr id="17" name="!!ch_f2b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1900" y="4127500"/>
            <a:ext cx="381000" cy="63500"/>
          </a:xfrm>
          <a:prstGeom prst="rect">
            <a:avLst/>
          </a:prstGeom>
        </p:spPr>
      </p:pic>
      <p:pic>
        <p:nvPicPr>
          <p:cNvPr id="18" name="!!ch_f2l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97300" y="4178300"/>
            <a:ext cx="304800" cy="2616200"/>
          </a:xfrm>
          <a:prstGeom prst="rect">
            <a:avLst/>
          </a:prstGeom>
        </p:spPr>
      </p:pic>
      <p:pic>
        <p:nvPicPr>
          <p:cNvPr id="19" name="!!ch_f2b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4127500"/>
            <a:ext cx="381000" cy="63500"/>
          </a:xfrm>
          <a:prstGeom prst="rect">
            <a:avLst/>
          </a:prstGeom>
        </p:spPr>
      </p:pic>
      <p:pic>
        <p:nvPicPr>
          <p:cNvPr id="20" name="!!ch_f2l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06900" y="4406900"/>
            <a:ext cx="304800" cy="2082800"/>
          </a:xfrm>
          <a:prstGeom prst="rect">
            <a:avLst/>
          </a:prstGeom>
        </p:spPr>
      </p:pic>
      <p:pic>
        <p:nvPicPr>
          <p:cNvPr id="21" name="!!ch_f2b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1100" y="4127500"/>
            <a:ext cx="381000" cy="63500"/>
          </a:xfrm>
          <a:prstGeom prst="rect">
            <a:avLst/>
          </a:prstGeom>
        </p:spPr>
      </p:pic>
      <p:pic>
        <p:nvPicPr>
          <p:cNvPr id="22" name="!!ch_f2l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16500" y="4406900"/>
            <a:ext cx="304800" cy="1981200"/>
          </a:xfrm>
          <a:prstGeom prst="rect">
            <a:avLst/>
          </a:prstGeom>
        </p:spPr>
      </p:pic>
      <p:pic>
        <p:nvPicPr>
          <p:cNvPr id="23" name="!!ch_f2b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127500"/>
            <a:ext cx="381000" cy="63500"/>
          </a:xfrm>
          <a:prstGeom prst="rect">
            <a:avLst/>
          </a:prstGeom>
        </p:spPr>
      </p:pic>
      <p:pic>
        <p:nvPicPr>
          <p:cNvPr id="24" name="!!ch_f2l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26100" y="4406900"/>
            <a:ext cx="254000" cy="1854200"/>
          </a:xfrm>
          <a:prstGeom prst="rect">
            <a:avLst/>
          </a:prstGeom>
        </p:spPr>
      </p:pic>
      <p:pic>
        <p:nvPicPr>
          <p:cNvPr id="25" name="!!ch_f2b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4127500"/>
            <a:ext cx="381000" cy="63500"/>
          </a:xfrm>
          <a:prstGeom prst="rect">
            <a:avLst/>
          </a:prstGeom>
        </p:spPr>
      </p:pic>
      <p:pic>
        <p:nvPicPr>
          <p:cNvPr id="26" name="!!ch_f2l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35700" y="4406900"/>
            <a:ext cx="304800" cy="2387600"/>
          </a:xfrm>
          <a:prstGeom prst="rect">
            <a:avLst/>
          </a:prstGeom>
        </p:spPr>
      </p:pic>
      <p:pic>
        <p:nvPicPr>
          <p:cNvPr id="27" name="!!ch_f2b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9900" y="4127500"/>
            <a:ext cx="381000" cy="63500"/>
          </a:xfrm>
          <a:prstGeom prst="rect">
            <a:avLst/>
          </a:prstGeom>
        </p:spPr>
      </p:pic>
      <p:pic>
        <p:nvPicPr>
          <p:cNvPr id="28" name="!!ch_f2l9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845300" y="4406900"/>
            <a:ext cx="254000" cy="1879600"/>
          </a:xfrm>
          <a:prstGeom prst="rect">
            <a:avLst/>
          </a:prstGeom>
        </p:spPr>
      </p:pic>
      <p:pic>
        <p:nvPicPr>
          <p:cNvPr id="29" name="!!ch_f2b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500" y="4127500"/>
            <a:ext cx="381000" cy="63500"/>
          </a:xfrm>
          <a:prstGeom prst="rect">
            <a:avLst/>
          </a:prstGeom>
        </p:spPr>
      </p:pic>
      <p:pic>
        <p:nvPicPr>
          <p:cNvPr id="30" name="!!ch_f2l1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54900" y="4406900"/>
            <a:ext cx="254000" cy="2159000"/>
          </a:xfrm>
          <a:prstGeom prst="rect">
            <a:avLst/>
          </a:prstGeom>
        </p:spPr>
      </p:pic>
      <p:pic>
        <p:nvPicPr>
          <p:cNvPr id="31" name="!!ch_f2b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9100" y="4127500"/>
            <a:ext cx="381000" cy="63500"/>
          </a:xfrm>
          <a:prstGeom prst="rect">
            <a:avLst/>
          </a:prstGeom>
        </p:spPr>
      </p:pic>
      <p:pic>
        <p:nvPicPr>
          <p:cNvPr id="32" name="!!ch_f2l1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64500" y="4279900"/>
            <a:ext cx="254000" cy="2514600"/>
          </a:xfrm>
          <a:prstGeom prst="rect">
            <a:avLst/>
          </a:prstGeom>
        </p:spPr>
      </p:pic>
      <p:pic>
        <p:nvPicPr>
          <p:cNvPr id="33" name="!!ch_f2b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8700" y="4127500"/>
            <a:ext cx="381000" cy="63500"/>
          </a:xfrm>
          <a:prstGeom prst="rect">
            <a:avLst/>
          </a:prstGeom>
        </p:spPr>
      </p:pic>
      <p:pic>
        <p:nvPicPr>
          <p:cNvPr id="34" name="!!ch_f2l1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74100" y="4406900"/>
            <a:ext cx="254000" cy="2260600"/>
          </a:xfrm>
          <a:prstGeom prst="rect">
            <a:avLst/>
          </a:prstGeom>
        </p:spPr>
      </p:pic>
      <p:pic>
        <p:nvPicPr>
          <p:cNvPr id="35" name="!!ch_f2b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0" y="4127500"/>
            <a:ext cx="381000" cy="63500"/>
          </a:xfrm>
          <a:prstGeom prst="rect">
            <a:avLst/>
          </a:prstGeom>
        </p:spPr>
      </p:pic>
      <p:pic>
        <p:nvPicPr>
          <p:cNvPr id="36" name="!!ch_f2l1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283700" y="4406900"/>
            <a:ext cx="254000" cy="2032000"/>
          </a:xfrm>
          <a:prstGeom prst="rect">
            <a:avLst/>
          </a:prstGeom>
        </p:spPr>
      </p:pic>
      <p:pic>
        <p:nvPicPr>
          <p:cNvPr id="37" name="!!ch_f2b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67900" y="4127500"/>
            <a:ext cx="381000" cy="63500"/>
          </a:xfrm>
          <a:prstGeom prst="rect">
            <a:avLst/>
          </a:prstGeom>
        </p:spPr>
      </p:pic>
      <p:pic>
        <p:nvPicPr>
          <p:cNvPr id="38" name="!!ch_f2l1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93300" y="4406900"/>
            <a:ext cx="254000" cy="2133600"/>
          </a:xfrm>
          <a:prstGeom prst="rect">
            <a:avLst/>
          </a:prstGeom>
        </p:spPr>
      </p:pic>
      <p:pic>
        <p:nvPicPr>
          <p:cNvPr id="39" name="!!ch_f2b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7500" y="4127500"/>
            <a:ext cx="381000" cy="63500"/>
          </a:xfrm>
          <a:prstGeom prst="rect">
            <a:avLst/>
          </a:prstGeom>
        </p:spPr>
      </p:pic>
      <p:pic>
        <p:nvPicPr>
          <p:cNvPr id="40" name="!!ch_f2l1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502900" y="4406900"/>
            <a:ext cx="304800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f2tit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90500"/>
            <a:ext cx="7810500" cy="457200"/>
          </a:xfrm>
          <a:prstGeom prst="rect">
            <a:avLst/>
          </a:prstGeom>
        </p:spPr>
      </p:pic>
      <p:pic>
        <p:nvPicPr>
          <p:cNvPr id="4" name="!!ch_f2g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2921000"/>
            <a:ext cx="9753600" cy="63500"/>
          </a:xfrm>
          <a:prstGeom prst="rect">
            <a:avLst/>
          </a:prstGeom>
        </p:spPr>
      </p:pic>
      <p:pic>
        <p:nvPicPr>
          <p:cNvPr id="5" name="!!ch_f2y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2768600"/>
            <a:ext cx="457200" cy="2540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1651000"/>
            <a:ext cx="9753600" cy="63500"/>
          </a:xfrm>
          <a:prstGeom prst="rect">
            <a:avLst/>
          </a:prstGeom>
        </p:spPr>
      </p:pic>
      <p:pic>
        <p:nvPicPr>
          <p:cNvPr id="7" name="!!ch_f2y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" y="1498600"/>
            <a:ext cx="558800" cy="2540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500" y="4191000"/>
            <a:ext cx="9753600" cy="63500"/>
          </a:xfrm>
          <a:prstGeom prst="rect">
            <a:avLst/>
          </a:prstGeom>
        </p:spPr>
      </p:pic>
      <p:pic>
        <p:nvPicPr>
          <p:cNvPr id="9" name="!!ch_f2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3500" y="2286000"/>
            <a:ext cx="381000" cy="1905000"/>
          </a:xfrm>
          <a:prstGeom prst="rect">
            <a:avLst/>
          </a:prstGeom>
        </p:spPr>
      </p:pic>
      <p:pic>
        <p:nvPicPr>
          <p:cNvPr id="10" name="!!ch_f2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900" y="4406900"/>
            <a:ext cx="254000" cy="1397000"/>
          </a:xfrm>
          <a:prstGeom prst="rect">
            <a:avLst/>
          </a:prstGeom>
        </p:spPr>
      </p:pic>
      <p:pic>
        <p:nvPicPr>
          <p:cNvPr id="11" name="!!ch_f2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43100" y="4064000"/>
            <a:ext cx="381000" cy="127000"/>
          </a:xfrm>
          <a:prstGeom prst="rect">
            <a:avLst/>
          </a:prstGeom>
        </p:spPr>
      </p:pic>
      <p:pic>
        <p:nvPicPr>
          <p:cNvPr id="12" name="!!ch_f2l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68500" y="4406900"/>
            <a:ext cx="254000" cy="2209800"/>
          </a:xfrm>
          <a:prstGeom prst="rect">
            <a:avLst/>
          </a:prstGeom>
        </p:spPr>
      </p:pic>
      <p:pic>
        <p:nvPicPr>
          <p:cNvPr id="13" name="!!ch_f2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52700" y="3746500"/>
            <a:ext cx="381000" cy="444500"/>
          </a:xfrm>
          <a:prstGeom prst="rect">
            <a:avLst/>
          </a:prstGeom>
        </p:spPr>
      </p:pic>
      <p:pic>
        <p:nvPicPr>
          <p:cNvPr id="14" name="!!ch_f2l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78100" y="4406900"/>
            <a:ext cx="254000" cy="1701800"/>
          </a:xfrm>
          <a:prstGeom prst="rect">
            <a:avLst/>
          </a:prstGeom>
        </p:spPr>
      </p:pic>
      <p:pic>
        <p:nvPicPr>
          <p:cNvPr id="15" name="!!ch_f2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2300" y="4127500"/>
            <a:ext cx="381000" cy="635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7700" y="4406900"/>
            <a:ext cx="304800" cy="2336800"/>
          </a:xfrm>
          <a:prstGeom prst="rect">
            <a:avLst/>
          </a:prstGeom>
        </p:spPr>
      </p:pic>
      <p:pic>
        <p:nvPicPr>
          <p:cNvPr id="17" name="!!ch_f2b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71900" y="4127500"/>
            <a:ext cx="381000" cy="63500"/>
          </a:xfrm>
          <a:prstGeom prst="rect">
            <a:avLst/>
          </a:prstGeom>
        </p:spPr>
      </p:pic>
      <p:pic>
        <p:nvPicPr>
          <p:cNvPr id="18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7300" y="4178300"/>
            <a:ext cx="304800" cy="2616200"/>
          </a:xfrm>
          <a:prstGeom prst="rect">
            <a:avLst/>
          </a:prstGeom>
        </p:spPr>
      </p:pic>
      <p:pic>
        <p:nvPicPr>
          <p:cNvPr id="19" name="!!ch_f2b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3873500"/>
            <a:ext cx="381000" cy="317500"/>
          </a:xfrm>
          <a:prstGeom prst="rect">
            <a:avLst/>
          </a:prstGeom>
        </p:spPr>
      </p:pic>
      <p:pic>
        <p:nvPicPr>
          <p:cNvPr id="20" name="!!ch_f2l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06900" y="4406900"/>
            <a:ext cx="304800" cy="2082800"/>
          </a:xfrm>
          <a:prstGeom prst="rect">
            <a:avLst/>
          </a:prstGeom>
        </p:spPr>
      </p:pic>
      <p:pic>
        <p:nvPicPr>
          <p:cNvPr id="21" name="!!ch_f2b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91100" y="4127500"/>
            <a:ext cx="381000" cy="63500"/>
          </a:xfrm>
          <a:prstGeom prst="rect">
            <a:avLst/>
          </a:prstGeom>
        </p:spPr>
      </p:pic>
      <p:pic>
        <p:nvPicPr>
          <p:cNvPr id="22" name="!!ch_f2l6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16500" y="4406900"/>
            <a:ext cx="304800" cy="1981200"/>
          </a:xfrm>
          <a:prstGeom prst="rect">
            <a:avLst/>
          </a:prstGeom>
        </p:spPr>
      </p:pic>
      <p:pic>
        <p:nvPicPr>
          <p:cNvPr id="23" name="!!ch_f2b7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00700" y="762000"/>
            <a:ext cx="381000" cy="3429000"/>
          </a:xfrm>
          <a:prstGeom prst="rect">
            <a:avLst/>
          </a:prstGeom>
        </p:spPr>
      </p:pic>
      <p:pic>
        <p:nvPicPr>
          <p:cNvPr id="24" name="!!ch_f2l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26100" y="4406900"/>
            <a:ext cx="254000" cy="1854200"/>
          </a:xfrm>
          <a:prstGeom prst="rect">
            <a:avLst/>
          </a:prstGeom>
        </p:spPr>
      </p:pic>
      <p:pic>
        <p:nvPicPr>
          <p:cNvPr id="25" name="!!ch_f2b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10300" y="4127500"/>
            <a:ext cx="381000" cy="63500"/>
          </a:xfrm>
          <a:prstGeom prst="rect">
            <a:avLst/>
          </a:prstGeom>
        </p:spPr>
      </p:pic>
      <p:pic>
        <p:nvPicPr>
          <p:cNvPr id="26" name="!!ch_f2l8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235700" y="4406900"/>
            <a:ext cx="304800" cy="2387600"/>
          </a:xfrm>
          <a:prstGeom prst="rect">
            <a:avLst/>
          </a:prstGeom>
        </p:spPr>
      </p:pic>
      <p:pic>
        <p:nvPicPr>
          <p:cNvPr id="27" name="!!ch_f2b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9900" y="4064000"/>
            <a:ext cx="381000" cy="127000"/>
          </a:xfrm>
          <a:prstGeom prst="rect">
            <a:avLst/>
          </a:prstGeom>
        </p:spPr>
      </p:pic>
      <p:pic>
        <p:nvPicPr>
          <p:cNvPr id="28" name="!!ch_f2l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45300" y="4406900"/>
            <a:ext cx="254000" cy="1879600"/>
          </a:xfrm>
          <a:prstGeom prst="rect">
            <a:avLst/>
          </a:prstGeom>
        </p:spPr>
      </p:pic>
      <p:pic>
        <p:nvPicPr>
          <p:cNvPr id="29" name="!!ch_f2b1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429500" y="2540000"/>
            <a:ext cx="381000" cy="1651000"/>
          </a:xfrm>
          <a:prstGeom prst="rect">
            <a:avLst/>
          </a:prstGeom>
        </p:spPr>
      </p:pic>
      <p:pic>
        <p:nvPicPr>
          <p:cNvPr id="30" name="!!ch_f2l10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454900" y="4406900"/>
            <a:ext cx="254000" cy="2159000"/>
          </a:xfrm>
          <a:prstGeom prst="rect">
            <a:avLst/>
          </a:prstGeom>
        </p:spPr>
      </p:pic>
      <p:pic>
        <p:nvPicPr>
          <p:cNvPr id="31" name="!!ch_f2b11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39100" y="3619500"/>
            <a:ext cx="381000" cy="571500"/>
          </a:xfrm>
          <a:prstGeom prst="rect">
            <a:avLst/>
          </a:prstGeom>
        </p:spPr>
      </p:pic>
      <p:pic>
        <p:nvPicPr>
          <p:cNvPr id="32" name="!!ch_f2l11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064500" y="4279900"/>
            <a:ext cx="254000" cy="2514600"/>
          </a:xfrm>
          <a:prstGeom prst="rect">
            <a:avLst/>
          </a:prstGeom>
        </p:spPr>
      </p:pic>
      <p:pic>
        <p:nvPicPr>
          <p:cNvPr id="33" name="!!ch_f2b1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48700" y="4127500"/>
            <a:ext cx="381000" cy="63500"/>
          </a:xfrm>
          <a:prstGeom prst="rect">
            <a:avLst/>
          </a:prstGeom>
        </p:spPr>
      </p:pic>
      <p:pic>
        <p:nvPicPr>
          <p:cNvPr id="34" name="!!ch_f2l12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674100" y="4406900"/>
            <a:ext cx="254000" cy="2260600"/>
          </a:xfrm>
          <a:prstGeom prst="rect">
            <a:avLst/>
          </a:prstGeom>
        </p:spPr>
      </p:pic>
      <p:pic>
        <p:nvPicPr>
          <p:cNvPr id="35" name="!!ch_f2b13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258300" y="3365500"/>
            <a:ext cx="381000" cy="825500"/>
          </a:xfrm>
          <a:prstGeom prst="rect">
            <a:avLst/>
          </a:prstGeom>
        </p:spPr>
      </p:pic>
      <p:pic>
        <p:nvPicPr>
          <p:cNvPr id="36" name="!!ch_f2l13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283700" y="4406900"/>
            <a:ext cx="254000" cy="2032000"/>
          </a:xfrm>
          <a:prstGeom prst="rect">
            <a:avLst/>
          </a:prstGeom>
        </p:spPr>
      </p:pic>
      <p:pic>
        <p:nvPicPr>
          <p:cNvPr id="37" name="!!ch_f2b14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867900" y="3683000"/>
            <a:ext cx="381000" cy="508000"/>
          </a:xfrm>
          <a:prstGeom prst="rect">
            <a:avLst/>
          </a:prstGeom>
        </p:spPr>
      </p:pic>
      <p:pic>
        <p:nvPicPr>
          <p:cNvPr id="38" name="!!ch_f2l1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893300" y="4406900"/>
            <a:ext cx="254000" cy="2133600"/>
          </a:xfrm>
          <a:prstGeom prst="rect">
            <a:avLst/>
          </a:prstGeom>
        </p:spPr>
      </p:pic>
      <p:pic>
        <p:nvPicPr>
          <p:cNvPr id="39" name="!!ch_f2b15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477500" y="3048000"/>
            <a:ext cx="381000" cy="1143000"/>
          </a:xfrm>
          <a:prstGeom prst="rect">
            <a:avLst/>
          </a:prstGeom>
        </p:spPr>
      </p:pic>
      <p:pic>
        <p:nvPicPr>
          <p:cNvPr id="40" name="!!ch_f2l15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502900" y="4406900"/>
            <a:ext cx="304800" cy="1371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f2tit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90500"/>
            <a:ext cx="7810500" cy="457200"/>
          </a:xfrm>
          <a:prstGeom prst="rect">
            <a:avLst/>
          </a:prstGeom>
        </p:spPr>
      </p:pic>
      <p:pic>
        <p:nvPicPr>
          <p:cNvPr id="4" name="!!ch_f2g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2921000"/>
            <a:ext cx="9753600" cy="63500"/>
          </a:xfrm>
          <a:prstGeom prst="rect">
            <a:avLst/>
          </a:prstGeom>
        </p:spPr>
      </p:pic>
      <p:pic>
        <p:nvPicPr>
          <p:cNvPr id="5" name="!!ch_f2y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2768600"/>
            <a:ext cx="457200" cy="2540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1651000"/>
            <a:ext cx="9753600" cy="63500"/>
          </a:xfrm>
          <a:prstGeom prst="rect">
            <a:avLst/>
          </a:prstGeom>
        </p:spPr>
      </p:pic>
      <p:pic>
        <p:nvPicPr>
          <p:cNvPr id="7" name="!!ch_f2y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" y="1498600"/>
            <a:ext cx="558800" cy="2540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500" y="4191000"/>
            <a:ext cx="9753600" cy="63500"/>
          </a:xfrm>
          <a:prstGeom prst="rect">
            <a:avLst/>
          </a:prstGeom>
        </p:spPr>
      </p:pic>
      <p:pic>
        <p:nvPicPr>
          <p:cNvPr id="9" name="!!ch_f2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3500" y="2286000"/>
            <a:ext cx="381000" cy="1905000"/>
          </a:xfrm>
          <a:prstGeom prst="rect">
            <a:avLst/>
          </a:prstGeom>
        </p:spPr>
      </p:pic>
      <p:pic>
        <p:nvPicPr>
          <p:cNvPr id="10" name="!!ch_f2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900" y="4406900"/>
            <a:ext cx="254000" cy="1397000"/>
          </a:xfrm>
          <a:prstGeom prst="rect">
            <a:avLst/>
          </a:prstGeom>
        </p:spPr>
      </p:pic>
      <p:pic>
        <p:nvPicPr>
          <p:cNvPr id="11" name="!!ch_f2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43100" y="4064000"/>
            <a:ext cx="381000" cy="127000"/>
          </a:xfrm>
          <a:prstGeom prst="rect">
            <a:avLst/>
          </a:prstGeom>
        </p:spPr>
      </p:pic>
      <p:pic>
        <p:nvPicPr>
          <p:cNvPr id="12" name="!!ch_f2l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68500" y="4406900"/>
            <a:ext cx="254000" cy="2209800"/>
          </a:xfrm>
          <a:prstGeom prst="rect">
            <a:avLst/>
          </a:prstGeom>
        </p:spPr>
      </p:pic>
      <p:pic>
        <p:nvPicPr>
          <p:cNvPr id="13" name="!!ch_f2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52700" y="3746500"/>
            <a:ext cx="381000" cy="444500"/>
          </a:xfrm>
          <a:prstGeom prst="rect">
            <a:avLst/>
          </a:prstGeom>
        </p:spPr>
      </p:pic>
      <p:pic>
        <p:nvPicPr>
          <p:cNvPr id="14" name="!!ch_f2l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78100" y="4406900"/>
            <a:ext cx="254000" cy="1701800"/>
          </a:xfrm>
          <a:prstGeom prst="rect">
            <a:avLst/>
          </a:prstGeom>
        </p:spPr>
      </p:pic>
      <p:pic>
        <p:nvPicPr>
          <p:cNvPr id="15" name="!!ch_f2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2300" y="4127500"/>
            <a:ext cx="381000" cy="635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7700" y="4406900"/>
            <a:ext cx="304800" cy="2336800"/>
          </a:xfrm>
          <a:prstGeom prst="rect">
            <a:avLst/>
          </a:prstGeom>
        </p:spPr>
      </p:pic>
      <p:pic>
        <p:nvPicPr>
          <p:cNvPr id="17" name="!!ch_f2b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71900" y="4127500"/>
            <a:ext cx="381000" cy="63500"/>
          </a:xfrm>
          <a:prstGeom prst="rect">
            <a:avLst/>
          </a:prstGeom>
        </p:spPr>
      </p:pic>
      <p:pic>
        <p:nvPicPr>
          <p:cNvPr id="18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7300" y="4178300"/>
            <a:ext cx="304800" cy="2616200"/>
          </a:xfrm>
          <a:prstGeom prst="rect">
            <a:avLst/>
          </a:prstGeom>
        </p:spPr>
      </p:pic>
      <p:pic>
        <p:nvPicPr>
          <p:cNvPr id="19" name="!!ch_f2b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3873500"/>
            <a:ext cx="381000" cy="317500"/>
          </a:xfrm>
          <a:prstGeom prst="rect">
            <a:avLst/>
          </a:prstGeom>
        </p:spPr>
      </p:pic>
      <p:pic>
        <p:nvPicPr>
          <p:cNvPr id="20" name="!!ch_f2l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06900" y="4406900"/>
            <a:ext cx="304800" cy="2082800"/>
          </a:xfrm>
          <a:prstGeom prst="rect">
            <a:avLst/>
          </a:prstGeom>
        </p:spPr>
      </p:pic>
      <p:pic>
        <p:nvPicPr>
          <p:cNvPr id="21" name="!!ch_f2b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91100" y="4127500"/>
            <a:ext cx="381000" cy="63500"/>
          </a:xfrm>
          <a:prstGeom prst="rect">
            <a:avLst/>
          </a:prstGeom>
        </p:spPr>
      </p:pic>
      <p:pic>
        <p:nvPicPr>
          <p:cNvPr id="22" name="!!ch_f2l6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16500" y="4406900"/>
            <a:ext cx="304800" cy="1981200"/>
          </a:xfrm>
          <a:prstGeom prst="rect">
            <a:avLst/>
          </a:prstGeom>
        </p:spPr>
      </p:pic>
      <p:pic>
        <p:nvPicPr>
          <p:cNvPr id="23" name="!!ch_f2b7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00700" y="762000"/>
            <a:ext cx="381000" cy="3429000"/>
          </a:xfrm>
          <a:prstGeom prst="rect">
            <a:avLst/>
          </a:prstGeom>
        </p:spPr>
      </p:pic>
      <p:pic>
        <p:nvPicPr>
          <p:cNvPr id="24" name="!!ch_f2l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26100" y="4406900"/>
            <a:ext cx="254000" cy="1854200"/>
          </a:xfrm>
          <a:prstGeom prst="rect">
            <a:avLst/>
          </a:prstGeom>
        </p:spPr>
      </p:pic>
      <p:pic>
        <p:nvPicPr>
          <p:cNvPr id="25" name="!!ch_f2b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10300" y="4127500"/>
            <a:ext cx="381000" cy="63500"/>
          </a:xfrm>
          <a:prstGeom prst="rect">
            <a:avLst/>
          </a:prstGeom>
        </p:spPr>
      </p:pic>
      <p:pic>
        <p:nvPicPr>
          <p:cNvPr id="26" name="!!ch_f2l8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235700" y="4406900"/>
            <a:ext cx="304800" cy="2387600"/>
          </a:xfrm>
          <a:prstGeom prst="rect">
            <a:avLst/>
          </a:prstGeom>
        </p:spPr>
      </p:pic>
      <p:pic>
        <p:nvPicPr>
          <p:cNvPr id="27" name="!!ch_f2b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9900" y="4064000"/>
            <a:ext cx="381000" cy="127000"/>
          </a:xfrm>
          <a:prstGeom prst="rect">
            <a:avLst/>
          </a:prstGeom>
        </p:spPr>
      </p:pic>
      <p:pic>
        <p:nvPicPr>
          <p:cNvPr id="28" name="!!ch_f2l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45300" y="4406900"/>
            <a:ext cx="254000" cy="1879600"/>
          </a:xfrm>
          <a:prstGeom prst="rect">
            <a:avLst/>
          </a:prstGeom>
        </p:spPr>
      </p:pic>
      <p:pic>
        <p:nvPicPr>
          <p:cNvPr id="29" name="!!ch_f2b1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429500" y="2540000"/>
            <a:ext cx="381000" cy="1651000"/>
          </a:xfrm>
          <a:prstGeom prst="rect">
            <a:avLst/>
          </a:prstGeom>
        </p:spPr>
      </p:pic>
      <p:pic>
        <p:nvPicPr>
          <p:cNvPr id="30" name="!!ch_f2l10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454900" y="4406900"/>
            <a:ext cx="254000" cy="2159000"/>
          </a:xfrm>
          <a:prstGeom prst="rect">
            <a:avLst/>
          </a:prstGeom>
        </p:spPr>
      </p:pic>
      <p:pic>
        <p:nvPicPr>
          <p:cNvPr id="31" name="!!ch_f2b11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39100" y="3619500"/>
            <a:ext cx="381000" cy="571500"/>
          </a:xfrm>
          <a:prstGeom prst="rect">
            <a:avLst/>
          </a:prstGeom>
        </p:spPr>
      </p:pic>
      <p:pic>
        <p:nvPicPr>
          <p:cNvPr id="32" name="!!ch_f2l11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064500" y="4279900"/>
            <a:ext cx="254000" cy="2514600"/>
          </a:xfrm>
          <a:prstGeom prst="rect">
            <a:avLst/>
          </a:prstGeom>
        </p:spPr>
      </p:pic>
      <p:pic>
        <p:nvPicPr>
          <p:cNvPr id="33" name="!!ch_f2b1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48700" y="4127500"/>
            <a:ext cx="381000" cy="63500"/>
          </a:xfrm>
          <a:prstGeom prst="rect">
            <a:avLst/>
          </a:prstGeom>
        </p:spPr>
      </p:pic>
      <p:pic>
        <p:nvPicPr>
          <p:cNvPr id="34" name="!!ch_f2l12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674100" y="4406900"/>
            <a:ext cx="254000" cy="2260600"/>
          </a:xfrm>
          <a:prstGeom prst="rect">
            <a:avLst/>
          </a:prstGeom>
        </p:spPr>
      </p:pic>
      <p:pic>
        <p:nvPicPr>
          <p:cNvPr id="35" name="!!ch_f2b13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258300" y="3365500"/>
            <a:ext cx="381000" cy="825500"/>
          </a:xfrm>
          <a:prstGeom prst="rect">
            <a:avLst/>
          </a:prstGeom>
        </p:spPr>
      </p:pic>
      <p:pic>
        <p:nvPicPr>
          <p:cNvPr id="36" name="!!ch_f2l13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283700" y="4406900"/>
            <a:ext cx="254000" cy="2032000"/>
          </a:xfrm>
          <a:prstGeom prst="rect">
            <a:avLst/>
          </a:prstGeom>
        </p:spPr>
      </p:pic>
      <p:pic>
        <p:nvPicPr>
          <p:cNvPr id="37" name="!!ch_f2b14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867900" y="3683000"/>
            <a:ext cx="381000" cy="508000"/>
          </a:xfrm>
          <a:prstGeom prst="rect">
            <a:avLst/>
          </a:prstGeom>
        </p:spPr>
      </p:pic>
      <p:pic>
        <p:nvPicPr>
          <p:cNvPr id="38" name="!!ch_f2l1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893300" y="4406900"/>
            <a:ext cx="254000" cy="2133600"/>
          </a:xfrm>
          <a:prstGeom prst="rect">
            <a:avLst/>
          </a:prstGeom>
        </p:spPr>
      </p:pic>
      <p:pic>
        <p:nvPicPr>
          <p:cNvPr id="39" name="!!ch_f2b15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477500" y="3048000"/>
            <a:ext cx="381000" cy="1143000"/>
          </a:xfrm>
          <a:prstGeom prst="rect">
            <a:avLst/>
          </a:prstGeom>
        </p:spPr>
      </p:pic>
      <p:pic>
        <p:nvPicPr>
          <p:cNvPr id="40" name="!!ch_f2l15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502900" y="4406900"/>
            <a:ext cx="304800" cy="1371600"/>
          </a:xfrm>
          <a:prstGeom prst="rect">
            <a:avLst/>
          </a:prstGeom>
        </p:spPr>
      </p:pic>
      <p:pic>
        <p:nvPicPr>
          <p:cNvPr id="41" name="!!ch_f2val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108700" y="825500"/>
            <a:ext cx="1562100" cy="381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f2tit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90500"/>
            <a:ext cx="7810500" cy="457200"/>
          </a:xfrm>
          <a:prstGeom prst="rect">
            <a:avLst/>
          </a:prstGeom>
        </p:spPr>
      </p:pic>
      <p:pic>
        <p:nvPicPr>
          <p:cNvPr id="4" name="!!ch_f2g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2921000"/>
            <a:ext cx="9753600" cy="63500"/>
          </a:xfrm>
          <a:prstGeom prst="rect">
            <a:avLst/>
          </a:prstGeom>
        </p:spPr>
      </p:pic>
      <p:pic>
        <p:nvPicPr>
          <p:cNvPr id="5" name="!!ch_f2y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2768600"/>
            <a:ext cx="457200" cy="2540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1651000"/>
            <a:ext cx="9753600" cy="63500"/>
          </a:xfrm>
          <a:prstGeom prst="rect">
            <a:avLst/>
          </a:prstGeom>
        </p:spPr>
      </p:pic>
      <p:pic>
        <p:nvPicPr>
          <p:cNvPr id="7" name="!!ch_f2y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" y="1498600"/>
            <a:ext cx="558800" cy="2540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500" y="4191000"/>
            <a:ext cx="9753600" cy="63500"/>
          </a:xfrm>
          <a:prstGeom prst="rect">
            <a:avLst/>
          </a:prstGeom>
        </p:spPr>
      </p:pic>
      <p:pic>
        <p:nvPicPr>
          <p:cNvPr id="9" name="!!ch_f2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3500" y="2286000"/>
            <a:ext cx="381000" cy="1905000"/>
          </a:xfrm>
          <a:prstGeom prst="rect">
            <a:avLst/>
          </a:prstGeom>
        </p:spPr>
      </p:pic>
      <p:pic>
        <p:nvPicPr>
          <p:cNvPr id="10" name="!!ch_f2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900" y="4406900"/>
            <a:ext cx="254000" cy="1397000"/>
          </a:xfrm>
          <a:prstGeom prst="rect">
            <a:avLst/>
          </a:prstGeom>
        </p:spPr>
      </p:pic>
      <p:pic>
        <p:nvPicPr>
          <p:cNvPr id="11" name="!!ch_f2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43100" y="4064000"/>
            <a:ext cx="381000" cy="127000"/>
          </a:xfrm>
          <a:prstGeom prst="rect">
            <a:avLst/>
          </a:prstGeom>
        </p:spPr>
      </p:pic>
      <p:pic>
        <p:nvPicPr>
          <p:cNvPr id="12" name="!!ch_f2l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68500" y="4406900"/>
            <a:ext cx="254000" cy="2209800"/>
          </a:xfrm>
          <a:prstGeom prst="rect">
            <a:avLst/>
          </a:prstGeom>
        </p:spPr>
      </p:pic>
      <p:pic>
        <p:nvPicPr>
          <p:cNvPr id="13" name="!!ch_f2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52700" y="3746500"/>
            <a:ext cx="381000" cy="444500"/>
          </a:xfrm>
          <a:prstGeom prst="rect">
            <a:avLst/>
          </a:prstGeom>
        </p:spPr>
      </p:pic>
      <p:pic>
        <p:nvPicPr>
          <p:cNvPr id="14" name="!!ch_f2l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78100" y="4406900"/>
            <a:ext cx="254000" cy="1701800"/>
          </a:xfrm>
          <a:prstGeom prst="rect">
            <a:avLst/>
          </a:prstGeom>
        </p:spPr>
      </p:pic>
      <p:pic>
        <p:nvPicPr>
          <p:cNvPr id="15" name="!!ch_f2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2300" y="4127500"/>
            <a:ext cx="381000" cy="635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7700" y="4406900"/>
            <a:ext cx="304800" cy="2336800"/>
          </a:xfrm>
          <a:prstGeom prst="rect">
            <a:avLst/>
          </a:prstGeom>
        </p:spPr>
      </p:pic>
      <p:pic>
        <p:nvPicPr>
          <p:cNvPr id="17" name="!!ch_f2b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71900" y="4127500"/>
            <a:ext cx="381000" cy="63500"/>
          </a:xfrm>
          <a:prstGeom prst="rect">
            <a:avLst/>
          </a:prstGeom>
        </p:spPr>
      </p:pic>
      <p:pic>
        <p:nvPicPr>
          <p:cNvPr id="18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7300" y="4178300"/>
            <a:ext cx="304800" cy="2616200"/>
          </a:xfrm>
          <a:prstGeom prst="rect">
            <a:avLst/>
          </a:prstGeom>
        </p:spPr>
      </p:pic>
      <p:pic>
        <p:nvPicPr>
          <p:cNvPr id="19" name="!!ch_f2b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3873500"/>
            <a:ext cx="381000" cy="317500"/>
          </a:xfrm>
          <a:prstGeom prst="rect">
            <a:avLst/>
          </a:prstGeom>
        </p:spPr>
      </p:pic>
      <p:pic>
        <p:nvPicPr>
          <p:cNvPr id="20" name="!!ch_f2l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06900" y="4406900"/>
            <a:ext cx="304800" cy="2082800"/>
          </a:xfrm>
          <a:prstGeom prst="rect">
            <a:avLst/>
          </a:prstGeom>
        </p:spPr>
      </p:pic>
      <p:pic>
        <p:nvPicPr>
          <p:cNvPr id="21" name="!!ch_f2b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91100" y="4127500"/>
            <a:ext cx="381000" cy="63500"/>
          </a:xfrm>
          <a:prstGeom prst="rect">
            <a:avLst/>
          </a:prstGeom>
        </p:spPr>
      </p:pic>
      <p:pic>
        <p:nvPicPr>
          <p:cNvPr id="22" name="!!ch_f2l6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16500" y="4406900"/>
            <a:ext cx="304800" cy="1981200"/>
          </a:xfrm>
          <a:prstGeom prst="rect">
            <a:avLst/>
          </a:prstGeom>
        </p:spPr>
      </p:pic>
      <p:pic>
        <p:nvPicPr>
          <p:cNvPr id="23" name="!!ch_f2b7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00700" y="762000"/>
            <a:ext cx="381000" cy="3429000"/>
          </a:xfrm>
          <a:prstGeom prst="rect">
            <a:avLst/>
          </a:prstGeom>
        </p:spPr>
      </p:pic>
      <p:pic>
        <p:nvPicPr>
          <p:cNvPr id="24" name="!!ch_f2l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26100" y="4406900"/>
            <a:ext cx="254000" cy="1854200"/>
          </a:xfrm>
          <a:prstGeom prst="rect">
            <a:avLst/>
          </a:prstGeom>
        </p:spPr>
      </p:pic>
      <p:pic>
        <p:nvPicPr>
          <p:cNvPr id="25" name="!!ch_f2b8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210300" y="4127500"/>
            <a:ext cx="381000" cy="63500"/>
          </a:xfrm>
          <a:prstGeom prst="rect">
            <a:avLst/>
          </a:prstGeom>
        </p:spPr>
      </p:pic>
      <p:pic>
        <p:nvPicPr>
          <p:cNvPr id="26" name="!!ch_f2l8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35700" y="4406900"/>
            <a:ext cx="304800" cy="2387600"/>
          </a:xfrm>
          <a:prstGeom prst="rect">
            <a:avLst/>
          </a:prstGeom>
        </p:spPr>
      </p:pic>
      <p:pic>
        <p:nvPicPr>
          <p:cNvPr id="27" name="!!ch_f2b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9900" y="4064000"/>
            <a:ext cx="381000" cy="127000"/>
          </a:xfrm>
          <a:prstGeom prst="rect">
            <a:avLst/>
          </a:prstGeom>
        </p:spPr>
      </p:pic>
      <p:pic>
        <p:nvPicPr>
          <p:cNvPr id="28" name="!!ch_f2l9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845300" y="4406900"/>
            <a:ext cx="254000" cy="1879600"/>
          </a:xfrm>
          <a:prstGeom prst="rect">
            <a:avLst/>
          </a:prstGeom>
        </p:spPr>
      </p:pic>
      <p:pic>
        <p:nvPicPr>
          <p:cNvPr id="29" name="!!ch_f2b10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429500" y="2540000"/>
            <a:ext cx="381000" cy="1651000"/>
          </a:xfrm>
          <a:prstGeom prst="rect">
            <a:avLst/>
          </a:prstGeom>
        </p:spPr>
      </p:pic>
      <p:pic>
        <p:nvPicPr>
          <p:cNvPr id="30" name="!!ch_f2l10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454900" y="4406900"/>
            <a:ext cx="254000" cy="2159000"/>
          </a:xfrm>
          <a:prstGeom prst="rect">
            <a:avLst/>
          </a:prstGeom>
        </p:spPr>
      </p:pic>
      <p:pic>
        <p:nvPicPr>
          <p:cNvPr id="31" name="!!ch_f2b11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039100" y="3619500"/>
            <a:ext cx="381000" cy="571500"/>
          </a:xfrm>
          <a:prstGeom prst="rect">
            <a:avLst/>
          </a:prstGeom>
        </p:spPr>
      </p:pic>
      <p:pic>
        <p:nvPicPr>
          <p:cNvPr id="32" name="!!ch_f2l11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064500" y="4279900"/>
            <a:ext cx="254000" cy="2514600"/>
          </a:xfrm>
          <a:prstGeom prst="rect">
            <a:avLst/>
          </a:prstGeom>
        </p:spPr>
      </p:pic>
      <p:pic>
        <p:nvPicPr>
          <p:cNvPr id="33" name="!!ch_f2b1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48700" y="4127500"/>
            <a:ext cx="381000" cy="63500"/>
          </a:xfrm>
          <a:prstGeom prst="rect">
            <a:avLst/>
          </a:prstGeom>
        </p:spPr>
      </p:pic>
      <p:pic>
        <p:nvPicPr>
          <p:cNvPr id="34" name="!!ch_f2l12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674100" y="4406900"/>
            <a:ext cx="254000" cy="2260600"/>
          </a:xfrm>
          <a:prstGeom prst="rect">
            <a:avLst/>
          </a:prstGeom>
        </p:spPr>
      </p:pic>
      <p:pic>
        <p:nvPicPr>
          <p:cNvPr id="35" name="!!ch_f2b13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258300" y="3365500"/>
            <a:ext cx="381000" cy="825500"/>
          </a:xfrm>
          <a:prstGeom prst="rect">
            <a:avLst/>
          </a:prstGeom>
        </p:spPr>
      </p:pic>
      <p:pic>
        <p:nvPicPr>
          <p:cNvPr id="36" name="!!ch_f2l13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283700" y="4406900"/>
            <a:ext cx="254000" cy="2032000"/>
          </a:xfrm>
          <a:prstGeom prst="rect">
            <a:avLst/>
          </a:prstGeom>
        </p:spPr>
      </p:pic>
      <p:pic>
        <p:nvPicPr>
          <p:cNvPr id="37" name="!!ch_f2b1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867900" y="3683000"/>
            <a:ext cx="381000" cy="508000"/>
          </a:xfrm>
          <a:prstGeom prst="rect">
            <a:avLst/>
          </a:prstGeom>
        </p:spPr>
      </p:pic>
      <p:pic>
        <p:nvPicPr>
          <p:cNvPr id="38" name="!!ch_f2l14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893300" y="4406900"/>
            <a:ext cx="254000" cy="2133600"/>
          </a:xfrm>
          <a:prstGeom prst="rect">
            <a:avLst/>
          </a:prstGeom>
        </p:spPr>
      </p:pic>
      <p:pic>
        <p:nvPicPr>
          <p:cNvPr id="39" name="!!ch_f2b15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477500" y="3048000"/>
            <a:ext cx="381000" cy="1143000"/>
          </a:xfrm>
          <a:prstGeom prst="rect">
            <a:avLst/>
          </a:prstGeom>
        </p:spPr>
      </p:pic>
      <p:pic>
        <p:nvPicPr>
          <p:cNvPr id="40" name="!!ch_f2l15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0502900" y="4406900"/>
            <a:ext cx="304800" cy="1371600"/>
          </a:xfrm>
          <a:prstGeom prst="rect">
            <a:avLst/>
          </a:prstGeom>
        </p:spPr>
      </p:pic>
      <p:pic>
        <p:nvPicPr>
          <p:cNvPr id="41" name="!!ch_f2half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206500" y="4064000"/>
            <a:ext cx="10287000" cy="63500"/>
          </a:xfrm>
          <a:prstGeom prst="rect">
            <a:avLst/>
          </a:prstGeom>
        </p:spPr>
      </p:pic>
      <p:pic>
        <p:nvPicPr>
          <p:cNvPr id="42" name="!!ch_f2halfl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06400" y="3911600"/>
            <a:ext cx="711200" cy="254000"/>
          </a:xfrm>
          <a:prstGeom prst="rect">
            <a:avLst/>
          </a:prstGeom>
        </p:spPr>
      </p:pic>
      <p:pic>
        <p:nvPicPr>
          <p:cNvPr id="43" name="!!ch_f2t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225800" y="3683000"/>
            <a:ext cx="317500" cy="317500"/>
          </a:xfrm>
          <a:prstGeom prst="rect">
            <a:avLst/>
          </a:prstGeom>
        </p:spPr>
      </p:pic>
      <p:pic>
        <p:nvPicPr>
          <p:cNvPr id="44" name="!!ch_f2t4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835400" y="3683000"/>
            <a:ext cx="317500" cy="317500"/>
          </a:xfrm>
          <a:prstGeom prst="rect">
            <a:avLst/>
          </a:prstGeom>
        </p:spPr>
      </p:pic>
      <p:pic>
        <p:nvPicPr>
          <p:cNvPr id="45" name="!!ch_f2t6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054600" y="3683000"/>
            <a:ext cx="317500" cy="317500"/>
          </a:xfrm>
          <a:prstGeom prst="rect">
            <a:avLst/>
          </a:prstGeom>
        </p:spPr>
      </p:pic>
      <p:pic>
        <p:nvPicPr>
          <p:cNvPr id="46" name="!!ch_f2t11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102600" y="3175000"/>
            <a:ext cx="317500" cy="317500"/>
          </a:xfrm>
          <a:prstGeom prst="rect">
            <a:avLst/>
          </a:prstGeom>
        </p:spPr>
      </p:pic>
      <p:pic>
        <p:nvPicPr>
          <p:cNvPr id="47" name="!!ch_f2t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712200" y="3683000"/>
            <a:ext cx="317500" cy="317500"/>
          </a:xfrm>
          <a:prstGeom prst="rect">
            <a:avLst/>
          </a:prstGeom>
        </p:spPr>
      </p:pic>
      <p:pic>
        <p:nvPicPr>
          <p:cNvPr id="48" name="!!ch_f2t15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0541000" y="2603500"/>
            <a:ext cx="317500" cy="317500"/>
          </a:xfrm>
          <a:prstGeom prst="rect">
            <a:avLst/>
          </a:prstGeom>
        </p:spPr>
      </p:pic>
      <p:pic>
        <p:nvPicPr>
          <p:cNvPr id="49" name="!!ch_f2leg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128000" y="952500"/>
            <a:ext cx="2781300" cy="330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lot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587500"/>
            <a:ext cx="3302000" cy="3048000"/>
          </a:xfrm>
          <a:prstGeom prst="rect">
            <a:avLst/>
          </a:prstGeom>
        </p:spPr>
      </p:pic>
      <p:pic>
        <p:nvPicPr>
          <p:cNvPr id="4" name="!!slot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0" y="1587500"/>
            <a:ext cx="3302000" cy="3048000"/>
          </a:xfrm>
          <a:prstGeom prst="rect">
            <a:avLst/>
          </a:prstGeom>
        </p:spPr>
      </p:pic>
      <p:pic>
        <p:nvPicPr>
          <p:cNvPr id="5" name="!!slot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1587500"/>
            <a:ext cx="3302000" cy="3048000"/>
          </a:xfrm>
          <a:prstGeom prst="rect">
            <a:avLst/>
          </a:prstGeom>
        </p:spPr>
      </p:pic>
      <p:pic>
        <p:nvPicPr>
          <p:cNvPr id="6" name="!!cu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254000"/>
            <a:ext cx="4508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lot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79500"/>
            <a:ext cx="10668000" cy="4762500"/>
          </a:xfrm>
          <a:prstGeom prst="rect">
            <a:avLst/>
          </a:prstGeom>
        </p:spPr>
      </p:pic>
      <p:pic>
        <p:nvPicPr>
          <p:cNvPr id="4" name="!!fold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500" y="2667000"/>
            <a:ext cx="1841500" cy="13970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0" y="2667000"/>
            <a:ext cx="1841500" cy="1397000"/>
          </a:xfrm>
          <a:prstGeom prst="rect">
            <a:avLst/>
          </a:prstGeom>
        </p:spPr>
      </p:pic>
      <p:pic>
        <p:nvPicPr>
          <p:cNvPr id="6" name="!!doc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3000" y="2730500"/>
            <a:ext cx="1079500" cy="1333500"/>
          </a:xfrm>
          <a:prstGeom prst="rect">
            <a:avLst/>
          </a:prstGeom>
        </p:spPr>
      </p:pic>
      <p:pic>
        <p:nvPicPr>
          <p:cNvPr id="7" name="!!arr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3302000"/>
            <a:ext cx="889000" cy="254000"/>
          </a:xfrm>
          <a:prstGeom prst="rect">
            <a:avLst/>
          </a:prstGeom>
        </p:spPr>
      </p:pic>
      <p:pic>
        <p:nvPicPr>
          <p:cNvPr id="8" name="!!arr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2500" y="3302000"/>
            <a:ext cx="889000" cy="254000"/>
          </a:xfrm>
          <a:prstGeom prst="rect">
            <a:avLst/>
          </a:prstGeom>
        </p:spPr>
      </p:pic>
      <p:pic>
        <p:nvPicPr>
          <p:cNvPr id="9" name="!!t_folder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8750" y="4254500"/>
            <a:ext cx="2921000" cy="317500"/>
          </a:xfrm>
          <a:prstGeom prst="rect">
            <a:avLst/>
          </a:prstGeom>
        </p:spPr>
      </p:pic>
      <p:pic>
        <p:nvPicPr>
          <p:cNvPr id="10" name="!!t_term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7000" y="4254500"/>
            <a:ext cx="1936750" cy="317500"/>
          </a:xfrm>
          <a:prstGeom prst="rect">
            <a:avLst/>
          </a:prstGeom>
        </p:spPr>
      </p:pic>
      <p:pic>
        <p:nvPicPr>
          <p:cNvPr id="11" name="!!t_doc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45500" y="4254500"/>
            <a:ext cx="171450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254000"/>
            <a:ext cx="7016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rec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254000"/>
            <a:ext cx="8890000" cy="5842000"/>
          </a:xfrm>
          <a:prstGeom prst="rect">
            <a:avLst/>
          </a:prstGeom>
        </p:spPr>
      </p:pic>
      <p:pic>
        <p:nvPicPr>
          <p:cNvPr id="4" name="!!ch_rec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1676400"/>
            <a:ext cx="508000" cy="444500"/>
          </a:xfrm>
          <a:prstGeom prst="rect">
            <a:avLst/>
          </a:prstGeom>
        </p:spPr>
      </p:pic>
      <p:pic>
        <p:nvPicPr>
          <p:cNvPr id="5" name="!!ch_rect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2184400"/>
            <a:ext cx="508000" cy="444500"/>
          </a:xfrm>
          <a:prstGeom prst="rect">
            <a:avLst/>
          </a:prstGeom>
        </p:spPr>
      </p:pic>
      <p:pic>
        <p:nvPicPr>
          <p:cNvPr id="6" name="!!ch_rect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2692400"/>
            <a:ext cx="508000" cy="444500"/>
          </a:xfrm>
          <a:prstGeom prst="rect">
            <a:avLst/>
          </a:prstGeom>
        </p:spPr>
      </p:pic>
      <p:pic>
        <p:nvPicPr>
          <p:cNvPr id="7" name="!!ch_rect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3200400"/>
            <a:ext cx="508000" cy="444500"/>
          </a:xfrm>
          <a:prstGeom prst="rect">
            <a:avLst/>
          </a:prstGeom>
        </p:spPr>
      </p:pic>
      <p:pic>
        <p:nvPicPr>
          <p:cNvPr id="8" name="!!ch_rect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3708400"/>
            <a:ext cx="508000" cy="444500"/>
          </a:xfrm>
          <a:prstGeom prst="rect">
            <a:avLst/>
          </a:prstGeom>
        </p:spPr>
      </p:pic>
      <p:pic>
        <p:nvPicPr>
          <p:cNvPr id="9" name="!!ch_rect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4216400"/>
            <a:ext cx="508000" cy="444500"/>
          </a:xfrm>
          <a:prstGeom prst="rect">
            <a:avLst/>
          </a:prstGeom>
        </p:spPr>
      </p:pic>
      <p:pic>
        <p:nvPicPr>
          <p:cNvPr id="10" name="!!ch_rect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4724400"/>
            <a:ext cx="508000" cy="444500"/>
          </a:xfrm>
          <a:prstGeom prst="rect">
            <a:avLst/>
          </a:prstGeom>
        </p:spPr>
      </p:pic>
      <p:pic>
        <p:nvPicPr>
          <p:cNvPr id="11" name="!!ch_rect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0" y="5232400"/>
            <a:ext cx="508000" cy="444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rec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00" y="254000"/>
            <a:ext cx="8890000" cy="5842000"/>
          </a:xfrm>
          <a:prstGeom prst="rect">
            <a:avLst/>
          </a:prstGeom>
        </p:spPr>
      </p:pic>
      <p:pic>
        <p:nvPicPr>
          <p:cNvPr id="4" name="!!ch_rec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76400"/>
            <a:ext cx="508000" cy="444500"/>
          </a:xfrm>
          <a:prstGeom prst="rect">
            <a:avLst/>
          </a:prstGeom>
        </p:spPr>
      </p:pic>
      <p:pic>
        <p:nvPicPr>
          <p:cNvPr id="5" name="!!ch_rect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2184400"/>
            <a:ext cx="508000" cy="444500"/>
          </a:xfrm>
          <a:prstGeom prst="rect">
            <a:avLst/>
          </a:prstGeom>
        </p:spPr>
      </p:pic>
      <p:pic>
        <p:nvPicPr>
          <p:cNvPr id="6" name="!!ch_rect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2692400"/>
            <a:ext cx="508000" cy="444500"/>
          </a:xfrm>
          <a:prstGeom prst="rect">
            <a:avLst/>
          </a:prstGeom>
        </p:spPr>
      </p:pic>
      <p:pic>
        <p:nvPicPr>
          <p:cNvPr id="7" name="!!ch_rect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200400"/>
            <a:ext cx="508000" cy="444500"/>
          </a:xfrm>
          <a:prstGeom prst="rect">
            <a:avLst/>
          </a:prstGeom>
        </p:spPr>
      </p:pic>
      <p:pic>
        <p:nvPicPr>
          <p:cNvPr id="8" name="!!ch_rect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08400"/>
            <a:ext cx="508000" cy="444500"/>
          </a:xfrm>
          <a:prstGeom prst="rect">
            <a:avLst/>
          </a:prstGeom>
        </p:spPr>
      </p:pic>
      <p:pic>
        <p:nvPicPr>
          <p:cNvPr id="9" name="!!ch_rect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216400"/>
            <a:ext cx="508000" cy="444500"/>
          </a:xfrm>
          <a:prstGeom prst="rect">
            <a:avLst/>
          </a:prstGeom>
        </p:spPr>
      </p:pic>
      <p:pic>
        <p:nvPicPr>
          <p:cNvPr id="10" name="!!ch_rect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724400"/>
            <a:ext cx="508000" cy="444500"/>
          </a:xfrm>
          <a:prstGeom prst="rect">
            <a:avLst/>
          </a:prstGeom>
        </p:spPr>
      </p:pic>
      <p:pic>
        <p:nvPicPr>
          <p:cNvPr id="11" name="!!ch_rect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232400"/>
            <a:ext cx="508000" cy="444500"/>
          </a:xfrm>
          <a:prstGeom prst="rect">
            <a:avLst/>
          </a:prstGeom>
        </p:spPr>
      </p:pic>
      <p:pic>
        <p:nvPicPr>
          <p:cNvPr id="12" name="!!ch_recn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1500" y="889000"/>
            <a:ext cx="2362200" cy="812800"/>
          </a:xfrm>
          <a:prstGeom prst="rect">
            <a:avLst/>
          </a:prstGeom>
        </p:spPr>
      </p:pic>
      <p:pic>
        <p:nvPicPr>
          <p:cNvPr id="13" name="!!ch_recd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1500" y="2286000"/>
            <a:ext cx="1549400" cy="304800"/>
          </a:xfrm>
          <a:prstGeom prst="rect">
            <a:avLst/>
          </a:prstGeom>
        </p:spPr>
      </p:pic>
      <p:pic>
        <p:nvPicPr>
          <p:cNvPr id="14" name="!!ch_recd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1500" y="2921000"/>
            <a:ext cx="2082800" cy="254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div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0" y="698500"/>
            <a:ext cx="10922000" cy="4572000"/>
          </a:xfrm>
          <a:prstGeom prst="rect">
            <a:avLst/>
          </a:prstGeom>
        </p:spPr>
      </p:pic>
      <p:pic>
        <p:nvPicPr>
          <p:cNvPr id="4" name="!!ch_divn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778500"/>
            <a:ext cx="7162800" cy="457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rttit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44500"/>
            <a:ext cx="8001000" cy="457200"/>
          </a:xfrm>
          <a:prstGeom prst="rect">
            <a:avLst/>
          </a:prstGeom>
        </p:spPr>
      </p:pic>
      <p:pic>
        <p:nvPicPr>
          <p:cNvPr id="4" name="!!ch_rt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413000"/>
            <a:ext cx="9144000" cy="127000"/>
          </a:xfrm>
          <a:prstGeom prst="rect">
            <a:avLst/>
          </a:prstGeom>
        </p:spPr>
      </p:pic>
      <p:pic>
        <p:nvPicPr>
          <p:cNvPr id="5" name="!!ch_rt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0" y="2540000"/>
            <a:ext cx="63500" cy="254000"/>
          </a:xfrm>
          <a:prstGeom prst="rect">
            <a:avLst/>
          </a:prstGeom>
        </p:spPr>
      </p:pic>
      <p:pic>
        <p:nvPicPr>
          <p:cNvPr id="6" name="!!ch_rt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3000" y="2540000"/>
            <a:ext cx="63500" cy="127000"/>
          </a:xfrm>
          <a:prstGeom prst="rect">
            <a:avLst/>
          </a:prstGeom>
        </p:spPr>
      </p:pic>
      <p:pic>
        <p:nvPicPr>
          <p:cNvPr id="7" name="!!ch_rt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2540000"/>
            <a:ext cx="63500" cy="127000"/>
          </a:xfrm>
          <a:prstGeom prst="rect">
            <a:avLst/>
          </a:prstGeom>
        </p:spPr>
      </p:pic>
      <p:pic>
        <p:nvPicPr>
          <p:cNvPr id="8" name="!!ch_rtt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2540000"/>
            <a:ext cx="63500" cy="127000"/>
          </a:xfrm>
          <a:prstGeom prst="rect">
            <a:avLst/>
          </a:prstGeom>
        </p:spPr>
      </p:pic>
      <p:pic>
        <p:nvPicPr>
          <p:cNvPr id="9" name="!!ch_rtt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7000" y="2540000"/>
            <a:ext cx="63500" cy="127000"/>
          </a:xfrm>
          <a:prstGeom prst="rect">
            <a:avLst/>
          </a:prstGeom>
        </p:spPr>
      </p:pic>
      <p:pic>
        <p:nvPicPr>
          <p:cNvPr id="10" name="!!ch_rtt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540000"/>
            <a:ext cx="63500" cy="254000"/>
          </a:xfrm>
          <a:prstGeom prst="rect">
            <a:avLst/>
          </a:prstGeom>
        </p:spPr>
      </p:pic>
      <p:pic>
        <p:nvPicPr>
          <p:cNvPr id="11" name="!!ch_rtt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2540000"/>
            <a:ext cx="63500" cy="127000"/>
          </a:xfrm>
          <a:prstGeom prst="rect">
            <a:avLst/>
          </a:prstGeom>
        </p:spPr>
      </p:pic>
      <p:pic>
        <p:nvPicPr>
          <p:cNvPr id="12" name="!!ch_rtt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500" y="2540000"/>
            <a:ext cx="63500" cy="127000"/>
          </a:xfrm>
          <a:prstGeom prst="rect">
            <a:avLst/>
          </a:prstGeom>
        </p:spPr>
      </p:pic>
      <p:pic>
        <p:nvPicPr>
          <p:cNvPr id="13" name="!!ch_rtt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6500" y="2540000"/>
            <a:ext cx="63500" cy="127000"/>
          </a:xfrm>
          <a:prstGeom prst="rect">
            <a:avLst/>
          </a:prstGeom>
        </p:spPr>
      </p:pic>
      <p:pic>
        <p:nvPicPr>
          <p:cNvPr id="14" name="!!ch_rtt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9000" y="2540000"/>
            <a:ext cx="63500" cy="127000"/>
          </a:xfrm>
          <a:prstGeom prst="rect">
            <a:avLst/>
          </a:prstGeom>
        </p:spPr>
      </p:pic>
      <p:pic>
        <p:nvPicPr>
          <p:cNvPr id="15" name="!!ch_rtt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4500" y="2540000"/>
            <a:ext cx="63500" cy="254000"/>
          </a:xfrm>
          <a:prstGeom prst="rect">
            <a:avLst/>
          </a:prstGeom>
        </p:spPr>
      </p:pic>
      <p:pic>
        <p:nvPicPr>
          <p:cNvPr id="16" name="!!ch_r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0500" y="2921000"/>
            <a:ext cx="152400" cy="254000"/>
          </a:xfrm>
          <a:prstGeom prst="rect">
            <a:avLst/>
          </a:prstGeom>
        </p:spPr>
      </p:pic>
      <p:pic>
        <p:nvPicPr>
          <p:cNvPr id="17" name="!!ch_r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2921000"/>
            <a:ext cx="76200" cy="254000"/>
          </a:xfrm>
          <a:prstGeom prst="rect">
            <a:avLst/>
          </a:prstGeom>
        </p:spPr>
      </p:pic>
      <p:pic>
        <p:nvPicPr>
          <p:cNvPr id="18" name="!!ch_rtm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2500" y="1841500"/>
            <a:ext cx="190500" cy="571500"/>
          </a:xfrm>
          <a:prstGeom prst="rect">
            <a:avLst/>
          </a:prstGeom>
        </p:spPr>
      </p:pic>
      <p:pic>
        <p:nvPicPr>
          <p:cNvPr id="19" name="!!ch_rtl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0" y="1651000"/>
            <a:ext cx="2514600" cy="381000"/>
          </a:xfrm>
          <a:prstGeom prst="rect">
            <a:avLst/>
          </a:prstGeom>
        </p:spPr>
      </p:pic>
      <p:pic>
        <p:nvPicPr>
          <p:cNvPr id="20" name="!!ch_rtm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3500" y="1841500"/>
            <a:ext cx="190500" cy="571500"/>
          </a:xfrm>
          <a:prstGeom prst="rect">
            <a:avLst/>
          </a:prstGeom>
        </p:spPr>
      </p:pic>
      <p:pic>
        <p:nvPicPr>
          <p:cNvPr id="21" name="!!ch_rtl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84500" y="1651000"/>
            <a:ext cx="2057400" cy="381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rttit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44500"/>
            <a:ext cx="8001000" cy="457200"/>
          </a:xfrm>
          <a:prstGeom prst="rect">
            <a:avLst/>
          </a:prstGeom>
        </p:spPr>
      </p:pic>
      <p:pic>
        <p:nvPicPr>
          <p:cNvPr id="4" name="!!ch_rt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413000"/>
            <a:ext cx="9144000" cy="127000"/>
          </a:xfrm>
          <a:prstGeom prst="rect">
            <a:avLst/>
          </a:prstGeom>
        </p:spPr>
      </p:pic>
      <p:pic>
        <p:nvPicPr>
          <p:cNvPr id="5" name="!!ch_rt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0" y="2540000"/>
            <a:ext cx="63500" cy="254000"/>
          </a:xfrm>
          <a:prstGeom prst="rect">
            <a:avLst/>
          </a:prstGeom>
        </p:spPr>
      </p:pic>
      <p:pic>
        <p:nvPicPr>
          <p:cNvPr id="6" name="!!ch_rt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3000" y="2540000"/>
            <a:ext cx="63500" cy="127000"/>
          </a:xfrm>
          <a:prstGeom prst="rect">
            <a:avLst/>
          </a:prstGeom>
        </p:spPr>
      </p:pic>
      <p:pic>
        <p:nvPicPr>
          <p:cNvPr id="7" name="!!ch_rt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2540000"/>
            <a:ext cx="63500" cy="127000"/>
          </a:xfrm>
          <a:prstGeom prst="rect">
            <a:avLst/>
          </a:prstGeom>
        </p:spPr>
      </p:pic>
      <p:pic>
        <p:nvPicPr>
          <p:cNvPr id="8" name="!!ch_rtt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2540000"/>
            <a:ext cx="63500" cy="127000"/>
          </a:xfrm>
          <a:prstGeom prst="rect">
            <a:avLst/>
          </a:prstGeom>
        </p:spPr>
      </p:pic>
      <p:pic>
        <p:nvPicPr>
          <p:cNvPr id="9" name="!!ch_rtt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7000" y="2540000"/>
            <a:ext cx="63500" cy="127000"/>
          </a:xfrm>
          <a:prstGeom prst="rect">
            <a:avLst/>
          </a:prstGeom>
        </p:spPr>
      </p:pic>
      <p:pic>
        <p:nvPicPr>
          <p:cNvPr id="10" name="!!ch_rtt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540000"/>
            <a:ext cx="63500" cy="254000"/>
          </a:xfrm>
          <a:prstGeom prst="rect">
            <a:avLst/>
          </a:prstGeom>
        </p:spPr>
      </p:pic>
      <p:pic>
        <p:nvPicPr>
          <p:cNvPr id="11" name="!!ch_rtt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2540000"/>
            <a:ext cx="63500" cy="127000"/>
          </a:xfrm>
          <a:prstGeom prst="rect">
            <a:avLst/>
          </a:prstGeom>
        </p:spPr>
      </p:pic>
      <p:pic>
        <p:nvPicPr>
          <p:cNvPr id="12" name="!!ch_rtt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500" y="2540000"/>
            <a:ext cx="63500" cy="127000"/>
          </a:xfrm>
          <a:prstGeom prst="rect">
            <a:avLst/>
          </a:prstGeom>
        </p:spPr>
      </p:pic>
      <p:pic>
        <p:nvPicPr>
          <p:cNvPr id="13" name="!!ch_rtt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6500" y="2540000"/>
            <a:ext cx="63500" cy="127000"/>
          </a:xfrm>
          <a:prstGeom prst="rect">
            <a:avLst/>
          </a:prstGeom>
        </p:spPr>
      </p:pic>
      <p:pic>
        <p:nvPicPr>
          <p:cNvPr id="14" name="!!ch_rtt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9000" y="2540000"/>
            <a:ext cx="63500" cy="127000"/>
          </a:xfrm>
          <a:prstGeom prst="rect">
            <a:avLst/>
          </a:prstGeom>
        </p:spPr>
      </p:pic>
      <p:pic>
        <p:nvPicPr>
          <p:cNvPr id="15" name="!!ch_rtt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4500" y="2540000"/>
            <a:ext cx="63500" cy="254000"/>
          </a:xfrm>
          <a:prstGeom prst="rect">
            <a:avLst/>
          </a:prstGeom>
        </p:spPr>
      </p:pic>
      <p:pic>
        <p:nvPicPr>
          <p:cNvPr id="16" name="!!ch_rt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0500" y="2921000"/>
            <a:ext cx="152400" cy="254000"/>
          </a:xfrm>
          <a:prstGeom prst="rect">
            <a:avLst/>
          </a:prstGeom>
        </p:spPr>
      </p:pic>
      <p:pic>
        <p:nvPicPr>
          <p:cNvPr id="17" name="!!ch_rt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2921000"/>
            <a:ext cx="76200" cy="254000"/>
          </a:xfrm>
          <a:prstGeom prst="rect">
            <a:avLst/>
          </a:prstGeom>
        </p:spPr>
      </p:pic>
      <p:pic>
        <p:nvPicPr>
          <p:cNvPr id="18" name="!!ch_rtm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32500" y="1841500"/>
            <a:ext cx="190500" cy="571500"/>
          </a:xfrm>
          <a:prstGeom prst="rect">
            <a:avLst/>
          </a:prstGeom>
        </p:spPr>
      </p:pic>
      <p:pic>
        <p:nvPicPr>
          <p:cNvPr id="19" name="!!ch_rtl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0" y="1651000"/>
            <a:ext cx="2514600" cy="381000"/>
          </a:xfrm>
          <a:prstGeom prst="rect">
            <a:avLst/>
          </a:prstGeom>
        </p:spPr>
      </p:pic>
      <p:pic>
        <p:nvPicPr>
          <p:cNvPr id="20" name="!!ch_rtm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3500" y="1841500"/>
            <a:ext cx="190500" cy="571500"/>
          </a:xfrm>
          <a:prstGeom prst="rect">
            <a:avLst/>
          </a:prstGeom>
        </p:spPr>
      </p:pic>
      <p:pic>
        <p:nvPicPr>
          <p:cNvPr id="21" name="!!ch_rtl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84500" y="1651000"/>
            <a:ext cx="2057400" cy="381000"/>
          </a:xfrm>
          <a:prstGeom prst="rect">
            <a:avLst/>
          </a:prstGeom>
        </p:spPr>
      </p:pic>
      <p:pic>
        <p:nvPicPr>
          <p:cNvPr id="22" name="!!ch_rk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5200" y="4000500"/>
            <a:ext cx="4076700" cy="381000"/>
          </a:xfrm>
          <a:prstGeom prst="rect">
            <a:avLst/>
          </a:prstGeom>
        </p:spPr>
      </p:pic>
      <p:pic>
        <p:nvPicPr>
          <p:cNvPr id="23" name="!!ch_rktr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0" y="3937000"/>
            <a:ext cx="5080000" cy="508000"/>
          </a:xfrm>
          <a:prstGeom prst="rect">
            <a:avLst/>
          </a:prstGeom>
        </p:spPr>
      </p:pic>
      <p:pic>
        <p:nvPicPr>
          <p:cNvPr id="24" name="!!ch_rk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34000" y="3937000"/>
            <a:ext cx="3111500" cy="508000"/>
          </a:xfrm>
          <a:prstGeom prst="rect">
            <a:avLst/>
          </a:prstGeom>
        </p:spPr>
      </p:pic>
      <p:pic>
        <p:nvPicPr>
          <p:cNvPr id="25" name="!!ch_rk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04500" y="4000500"/>
            <a:ext cx="876300" cy="381000"/>
          </a:xfrm>
          <a:prstGeom prst="rect">
            <a:avLst/>
          </a:prstGeom>
        </p:spPr>
      </p:pic>
      <p:pic>
        <p:nvPicPr>
          <p:cNvPr id="26" name="!!ch_rk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98600" y="5016500"/>
            <a:ext cx="3543300" cy="457200"/>
          </a:xfrm>
          <a:prstGeom prst="rect">
            <a:avLst/>
          </a:prstGeom>
        </p:spPr>
      </p:pic>
      <p:pic>
        <p:nvPicPr>
          <p:cNvPr id="27" name="!!ch_rktr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0" y="4953000"/>
            <a:ext cx="5080000" cy="508000"/>
          </a:xfrm>
          <a:prstGeom prst="rect">
            <a:avLst/>
          </a:prstGeom>
        </p:spPr>
      </p:pic>
      <p:pic>
        <p:nvPicPr>
          <p:cNvPr id="28" name="!!ch_rk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34000" y="4953000"/>
            <a:ext cx="3873500" cy="508000"/>
          </a:xfrm>
          <a:prstGeom prst="rect">
            <a:avLst/>
          </a:prstGeom>
        </p:spPr>
      </p:pic>
      <p:pic>
        <p:nvPicPr>
          <p:cNvPr id="29" name="!!ch_rkv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604500" y="5016500"/>
            <a:ext cx="990600" cy="381000"/>
          </a:xfrm>
          <a:prstGeom prst="rect">
            <a:avLst/>
          </a:prstGeom>
        </p:spPr>
      </p:pic>
      <p:pic>
        <p:nvPicPr>
          <p:cNvPr id="30" name="!!ch_rkcap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334000" y="5969000"/>
            <a:ext cx="4470400" cy="304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lot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79500"/>
            <a:ext cx="10668000" cy="4762500"/>
          </a:xfrm>
          <a:prstGeom prst="rect">
            <a:avLst/>
          </a:prstGeom>
        </p:spPr>
      </p:pic>
      <p:pic>
        <p:nvPicPr>
          <p:cNvPr id="4" name="!!minwall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0" y="2349500"/>
            <a:ext cx="5651500" cy="2222500"/>
          </a:xfrm>
          <a:prstGeom prst="rect">
            <a:avLst/>
          </a:prstGeom>
        </p:spPr>
      </p:pic>
      <p:pic>
        <p:nvPicPr>
          <p:cNvPr id="5" name="!!t_fifth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500" y="2413000"/>
            <a:ext cx="4064000" cy="857250"/>
          </a:xfrm>
          <a:prstGeom prst="rect">
            <a:avLst/>
          </a:prstGeom>
        </p:spPr>
      </p:pic>
      <p:pic>
        <p:nvPicPr>
          <p:cNvPr id="6" name="!!t_fifth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0" y="3302000"/>
            <a:ext cx="3111500" cy="317500"/>
          </a:xfrm>
          <a:prstGeom prst="rect">
            <a:avLst/>
          </a:prstGeom>
        </p:spPr>
      </p:pic>
      <p:pic>
        <p:nvPicPr>
          <p:cNvPr id="7" name="!!t_sam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0" y="3937000"/>
            <a:ext cx="2952750" cy="857250"/>
          </a:xfrm>
          <a:prstGeom prst="rect">
            <a:avLst/>
          </a:prstGeom>
        </p:spPr>
      </p:pic>
      <p:pic>
        <p:nvPicPr>
          <p:cNvPr id="8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254000"/>
            <a:ext cx="3333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3111500"/>
            <a:ext cx="3556000" cy="2730500"/>
          </a:xfrm>
          <a:prstGeom prst="rect">
            <a:avLst/>
          </a:prstGeom>
        </p:spPr>
      </p:pic>
      <p:pic>
        <p:nvPicPr>
          <p:cNvPr id="6" name="!!sign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" y="4984750"/>
            <a:ext cx="1809750" cy="889000"/>
          </a:xfrm>
          <a:prstGeom prst="rect">
            <a:avLst/>
          </a:prstGeom>
        </p:spPr>
      </p:pic>
      <p:pic>
        <p:nvPicPr>
          <p:cNvPr id="7" name="!!t_old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0750" y="5969000"/>
            <a:ext cx="2603500" cy="635000"/>
          </a:xfrm>
          <a:prstGeom prst="rect">
            <a:avLst/>
          </a:prstGeom>
        </p:spPr>
      </p:pic>
      <p:pic>
        <p:nvPicPr>
          <p:cNvPr id="8" name="!!t_new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0" y="5969000"/>
            <a:ext cx="2698750" cy="635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54000"/>
            <a:ext cx="8477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4" name="!!ol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5" name="!!judg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0" y="3111500"/>
            <a:ext cx="3556000" cy="2730500"/>
          </a:xfrm>
          <a:prstGeom prst="rect">
            <a:avLst/>
          </a:prstGeom>
        </p:spPr>
      </p:pic>
      <p:pic>
        <p:nvPicPr>
          <p:cNvPr id="6" name="!!sign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" y="4984750"/>
            <a:ext cx="1809750" cy="889000"/>
          </a:xfrm>
          <a:prstGeom prst="rect">
            <a:avLst/>
          </a:prstGeom>
        </p:spPr>
      </p:pic>
      <p:pic>
        <p:nvPicPr>
          <p:cNvPr id="7" name="!!slip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7500" y="5334000"/>
            <a:ext cx="698500" cy="508000"/>
          </a:xfrm>
          <a:prstGeom prst="rect">
            <a:avLst/>
          </a:prstGeom>
        </p:spPr>
      </p:pic>
      <p:pic>
        <p:nvPicPr>
          <p:cNvPr id="8" name="!!slip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31500" y="4953000"/>
            <a:ext cx="698500" cy="508000"/>
          </a:xfrm>
          <a:prstGeom prst="rect">
            <a:avLst/>
          </a:prstGeom>
        </p:spPr>
      </p:pic>
      <p:pic>
        <p:nvPicPr>
          <p:cNvPr id="9" name="!!slip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5500" y="4572000"/>
            <a:ext cx="698500" cy="508000"/>
          </a:xfrm>
          <a:prstGeom prst="rect">
            <a:avLst/>
          </a:prstGeom>
        </p:spPr>
      </p:pic>
      <p:pic>
        <p:nvPicPr>
          <p:cNvPr id="10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5969000"/>
            <a:ext cx="2603500" cy="635000"/>
          </a:xfrm>
          <a:prstGeom prst="rect">
            <a:avLst/>
          </a:prstGeom>
        </p:spPr>
      </p:pic>
      <p:pic>
        <p:nvPicPr>
          <p:cNvPr id="11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0" y="5969000"/>
            <a:ext cx="2698750" cy="635000"/>
          </a:xfrm>
          <a:prstGeom prst="rect">
            <a:avLst/>
          </a:prstGeom>
        </p:spPr>
      </p:pic>
      <p:pic>
        <p:nvPicPr>
          <p:cNvPr id="12" name="!!t_pc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12250" y="1079500"/>
            <a:ext cx="2825750" cy="1047750"/>
          </a:xfrm>
          <a:prstGeom prst="rect">
            <a:avLst/>
          </a:prstGeom>
        </p:spPr>
      </p:pic>
      <p:pic>
        <p:nvPicPr>
          <p:cNvPr id="13" name="!!t_pc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66000" y="2254250"/>
            <a:ext cx="4572000" cy="7937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254000"/>
            <a:ext cx="6794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5842000"/>
            <a:ext cx="11303000" cy="190500"/>
          </a:xfrm>
          <a:prstGeom prst="rect">
            <a:avLst/>
          </a:prstGeom>
        </p:spPr>
      </p:pic>
      <p:pic>
        <p:nvPicPr>
          <p:cNvPr id="4" name="!!bot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5" name="!!bot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4500" y="3111500"/>
            <a:ext cx="3556000" cy="2730500"/>
          </a:xfrm>
          <a:prstGeom prst="rect">
            <a:avLst/>
          </a:prstGeom>
        </p:spPr>
      </p:pic>
      <p:pic>
        <p:nvPicPr>
          <p:cNvPr id="6" name="!!bot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6500" y="3111500"/>
            <a:ext cx="3556000" cy="273050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750" y="1936750"/>
            <a:ext cx="1746250" cy="1111250"/>
          </a:xfrm>
          <a:prstGeom prst="rect">
            <a:avLst/>
          </a:prstGeom>
        </p:spPr>
      </p:pic>
      <p:pic>
        <p:nvPicPr>
          <p:cNvPr id="9" name="!!t_bo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92500" y="1936750"/>
            <a:ext cx="2190750" cy="1111250"/>
          </a:xfrm>
          <a:prstGeom prst="rect">
            <a:avLst/>
          </a:prstGeom>
        </p:spPr>
      </p:pic>
      <p:pic>
        <p:nvPicPr>
          <p:cNvPr id="10" name="!!t_bo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0" y="1936750"/>
            <a:ext cx="2317750" cy="1111250"/>
          </a:xfrm>
          <a:prstGeom prst="rect">
            <a:avLst/>
          </a:prstGeom>
        </p:spPr>
      </p:pic>
      <p:pic>
        <p:nvPicPr>
          <p:cNvPr id="11" name="!!t_bo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1936750"/>
            <a:ext cx="2317750" cy="11112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254000"/>
            <a:ext cx="7588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ls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254000"/>
            <a:ext cx="11430000" cy="6223000"/>
          </a:xfrm>
          <a:prstGeom prst="rect">
            <a:avLst/>
          </a:prstGeom>
        </p:spPr>
      </p:pic>
      <p:pic>
        <p:nvPicPr>
          <p:cNvPr id="4" name="!!ch_lslg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698500"/>
            <a:ext cx="2832100" cy="304800"/>
          </a:xfrm>
          <a:prstGeom prst="rect">
            <a:avLst/>
          </a:prstGeom>
        </p:spPr>
      </p:pic>
      <p:pic>
        <p:nvPicPr>
          <p:cNvPr id="5" name="!!ch_lsn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1803400"/>
            <a:ext cx="1854200" cy="254000"/>
          </a:xfrm>
          <a:prstGeom prst="rect">
            <a:avLst/>
          </a:prstGeom>
        </p:spPr>
      </p:pic>
      <p:pic>
        <p:nvPicPr>
          <p:cNvPr id="6" name="!!ch_lsb0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0" y="1587500"/>
            <a:ext cx="4381500" cy="317500"/>
          </a:xfrm>
          <a:prstGeom prst="rect">
            <a:avLst/>
          </a:prstGeom>
        </p:spPr>
      </p:pic>
      <p:pic>
        <p:nvPicPr>
          <p:cNvPr id="7" name="!!ch_lsv0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4900" y="1612900"/>
            <a:ext cx="533400" cy="254000"/>
          </a:xfrm>
          <a:prstGeom prst="rect">
            <a:avLst/>
          </a:prstGeom>
        </p:spPr>
      </p:pic>
      <p:pic>
        <p:nvPicPr>
          <p:cNvPr id="8" name="!!ch_lsb0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1968500"/>
            <a:ext cx="4191000" cy="317500"/>
          </a:xfrm>
          <a:prstGeom prst="rect">
            <a:avLst/>
          </a:prstGeom>
        </p:spPr>
      </p:pic>
      <p:pic>
        <p:nvPicPr>
          <p:cNvPr id="9" name="!!ch_lsv0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4400" y="1993900"/>
            <a:ext cx="533400" cy="254000"/>
          </a:xfrm>
          <a:prstGeom prst="rect">
            <a:avLst/>
          </a:prstGeom>
        </p:spPr>
      </p:pic>
      <p:pic>
        <p:nvPicPr>
          <p:cNvPr id="10" name="!!ch_ls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000" y="2946400"/>
            <a:ext cx="2133600" cy="254000"/>
          </a:xfrm>
          <a:prstGeom prst="rect">
            <a:avLst/>
          </a:prstGeom>
        </p:spPr>
      </p:pic>
      <p:pic>
        <p:nvPicPr>
          <p:cNvPr id="11" name="!!ch_lsb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0" y="2730500"/>
            <a:ext cx="1587500" cy="317500"/>
          </a:xfrm>
          <a:prstGeom prst="rect">
            <a:avLst/>
          </a:prstGeom>
        </p:spPr>
      </p:pic>
      <p:pic>
        <p:nvPicPr>
          <p:cNvPr id="12" name="!!ch_lsv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0900" y="2755900"/>
            <a:ext cx="609600" cy="254000"/>
          </a:xfrm>
          <a:prstGeom prst="rect">
            <a:avLst/>
          </a:prstGeom>
        </p:spPr>
      </p:pic>
      <p:pic>
        <p:nvPicPr>
          <p:cNvPr id="13" name="!!ch_lsb1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000" y="3111500"/>
            <a:ext cx="1905000" cy="317500"/>
          </a:xfrm>
          <a:prstGeom prst="rect">
            <a:avLst/>
          </a:prstGeom>
        </p:spPr>
      </p:pic>
      <p:pic>
        <p:nvPicPr>
          <p:cNvPr id="14" name="!!ch_lsv1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8400" y="3136900"/>
            <a:ext cx="584200" cy="254000"/>
          </a:xfrm>
          <a:prstGeom prst="rect">
            <a:avLst/>
          </a:prstGeom>
        </p:spPr>
      </p:pic>
      <p:pic>
        <p:nvPicPr>
          <p:cNvPr id="15" name="!!ch_lsn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9000" y="4089400"/>
            <a:ext cx="2082800" cy="304800"/>
          </a:xfrm>
          <a:prstGeom prst="rect">
            <a:avLst/>
          </a:prstGeom>
        </p:spPr>
      </p:pic>
      <p:pic>
        <p:nvPicPr>
          <p:cNvPr id="16" name="!!ch_lsb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91000" y="3873500"/>
            <a:ext cx="1016000" cy="317500"/>
          </a:xfrm>
          <a:prstGeom prst="rect">
            <a:avLst/>
          </a:prstGeom>
        </p:spPr>
      </p:pic>
      <p:pic>
        <p:nvPicPr>
          <p:cNvPr id="17" name="!!ch_lsv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59400" y="3898900"/>
            <a:ext cx="584200" cy="254000"/>
          </a:xfrm>
          <a:prstGeom prst="rect">
            <a:avLst/>
          </a:prstGeom>
        </p:spPr>
      </p:pic>
      <p:pic>
        <p:nvPicPr>
          <p:cNvPr id="18" name="!!ch_lsb2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1000" y="4254500"/>
            <a:ext cx="952500" cy="317500"/>
          </a:xfrm>
          <a:prstGeom prst="rect">
            <a:avLst/>
          </a:prstGeom>
        </p:spPr>
      </p:pic>
      <p:pic>
        <p:nvPicPr>
          <p:cNvPr id="19" name="!!ch_lsv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295900" y="4279900"/>
            <a:ext cx="584200" cy="254000"/>
          </a:xfrm>
          <a:prstGeom prst="rect">
            <a:avLst/>
          </a:prstGeom>
        </p:spPr>
      </p:pic>
      <p:pic>
        <p:nvPicPr>
          <p:cNvPr id="20" name="!!ch_ls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9000" y="5232400"/>
            <a:ext cx="2514600" cy="254000"/>
          </a:xfrm>
          <a:prstGeom prst="rect">
            <a:avLst/>
          </a:prstGeom>
        </p:spPr>
      </p:pic>
      <p:pic>
        <p:nvPicPr>
          <p:cNvPr id="21" name="!!ch_lsb3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0" y="5016500"/>
            <a:ext cx="1587500" cy="317500"/>
          </a:xfrm>
          <a:prstGeom prst="rect">
            <a:avLst/>
          </a:prstGeom>
        </p:spPr>
      </p:pic>
      <p:pic>
        <p:nvPicPr>
          <p:cNvPr id="22" name="!!ch_lsv3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0900" y="5041900"/>
            <a:ext cx="609600" cy="254000"/>
          </a:xfrm>
          <a:prstGeom prst="rect">
            <a:avLst/>
          </a:prstGeom>
        </p:spPr>
      </p:pic>
      <p:pic>
        <p:nvPicPr>
          <p:cNvPr id="23" name="!!ch_lsb3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191000" y="5397500"/>
            <a:ext cx="1524000" cy="317500"/>
          </a:xfrm>
          <a:prstGeom prst="rect">
            <a:avLst/>
          </a:prstGeom>
        </p:spPr>
      </p:pic>
      <p:pic>
        <p:nvPicPr>
          <p:cNvPr id="24" name="!!ch_lsv3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67400" y="5422900"/>
            <a:ext cx="609600" cy="254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fr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254000"/>
            <a:ext cx="11430000" cy="6223000"/>
          </a:xfrm>
          <a:prstGeom prst="rect">
            <a:avLst/>
          </a:prstGeom>
        </p:spPr>
      </p:pic>
      <p:pic>
        <p:nvPicPr>
          <p:cNvPr id="4" name="!!ch_frlg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698500"/>
            <a:ext cx="2832100" cy="304800"/>
          </a:xfrm>
          <a:prstGeom prst="rect">
            <a:avLst/>
          </a:prstGeom>
        </p:spPr>
      </p:pic>
      <p:pic>
        <p:nvPicPr>
          <p:cNvPr id="5" name="!!ch_frn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1803400"/>
            <a:ext cx="1854200" cy="254000"/>
          </a:xfrm>
          <a:prstGeom prst="rect">
            <a:avLst/>
          </a:prstGeom>
        </p:spPr>
      </p:pic>
      <p:pic>
        <p:nvPicPr>
          <p:cNvPr id="6" name="!!ch_frb0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0" y="1587500"/>
            <a:ext cx="4826000" cy="317500"/>
          </a:xfrm>
          <a:prstGeom prst="rect">
            <a:avLst/>
          </a:prstGeom>
        </p:spPr>
      </p:pic>
      <p:pic>
        <p:nvPicPr>
          <p:cNvPr id="7" name="!!ch_frv0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9400" y="1612900"/>
            <a:ext cx="812800" cy="254000"/>
          </a:xfrm>
          <a:prstGeom prst="rect">
            <a:avLst/>
          </a:prstGeom>
        </p:spPr>
      </p:pic>
      <p:pic>
        <p:nvPicPr>
          <p:cNvPr id="8" name="!!ch_frb0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1968500"/>
            <a:ext cx="4572000" cy="317500"/>
          </a:xfrm>
          <a:prstGeom prst="rect">
            <a:avLst/>
          </a:prstGeom>
        </p:spPr>
      </p:pic>
      <p:pic>
        <p:nvPicPr>
          <p:cNvPr id="9" name="!!ch_frv0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1993900"/>
            <a:ext cx="838200" cy="254000"/>
          </a:xfrm>
          <a:prstGeom prst="rect">
            <a:avLst/>
          </a:prstGeom>
        </p:spPr>
      </p:pic>
      <p:pic>
        <p:nvPicPr>
          <p:cNvPr id="10" name="!!ch_frm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1714500"/>
            <a:ext cx="508000" cy="444500"/>
          </a:xfrm>
          <a:prstGeom prst="rect">
            <a:avLst/>
          </a:prstGeom>
        </p:spPr>
      </p:pic>
      <p:pic>
        <p:nvPicPr>
          <p:cNvPr id="11" name="!!ch_frn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000" y="2946400"/>
            <a:ext cx="2133600" cy="254000"/>
          </a:xfrm>
          <a:prstGeom prst="rect">
            <a:avLst/>
          </a:prstGeom>
        </p:spPr>
      </p:pic>
      <p:pic>
        <p:nvPicPr>
          <p:cNvPr id="12" name="!!ch_frb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91000" y="2730500"/>
            <a:ext cx="889000" cy="317500"/>
          </a:xfrm>
          <a:prstGeom prst="rect">
            <a:avLst/>
          </a:prstGeom>
        </p:spPr>
      </p:pic>
      <p:pic>
        <p:nvPicPr>
          <p:cNvPr id="13" name="!!ch_frv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32400" y="2755900"/>
            <a:ext cx="762000" cy="254000"/>
          </a:xfrm>
          <a:prstGeom prst="rect">
            <a:avLst/>
          </a:prstGeom>
        </p:spPr>
      </p:pic>
      <p:pic>
        <p:nvPicPr>
          <p:cNvPr id="14" name="!!ch_frb1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000" y="3111500"/>
            <a:ext cx="1143000" cy="317500"/>
          </a:xfrm>
          <a:prstGeom prst="rect">
            <a:avLst/>
          </a:prstGeom>
        </p:spPr>
      </p:pic>
      <p:pic>
        <p:nvPicPr>
          <p:cNvPr id="15" name="!!ch_frv1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6400" y="3136900"/>
            <a:ext cx="736600" cy="254000"/>
          </a:xfrm>
          <a:prstGeom prst="rect">
            <a:avLst/>
          </a:prstGeom>
        </p:spPr>
      </p:pic>
      <p:pic>
        <p:nvPicPr>
          <p:cNvPr id="16" name="!!ch_frm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2857500"/>
            <a:ext cx="508000" cy="444500"/>
          </a:xfrm>
          <a:prstGeom prst="rect">
            <a:avLst/>
          </a:prstGeom>
        </p:spPr>
      </p:pic>
      <p:pic>
        <p:nvPicPr>
          <p:cNvPr id="17" name="!!ch_fr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" y="4089400"/>
            <a:ext cx="2082800" cy="304800"/>
          </a:xfrm>
          <a:prstGeom prst="rect">
            <a:avLst/>
          </a:prstGeom>
        </p:spPr>
      </p:pic>
      <p:pic>
        <p:nvPicPr>
          <p:cNvPr id="18" name="!!ch_frb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91000" y="3873500"/>
            <a:ext cx="571500" cy="317500"/>
          </a:xfrm>
          <a:prstGeom prst="rect">
            <a:avLst/>
          </a:prstGeom>
        </p:spPr>
      </p:pic>
      <p:pic>
        <p:nvPicPr>
          <p:cNvPr id="19" name="!!ch_frv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914900" y="3898900"/>
            <a:ext cx="635000" cy="254000"/>
          </a:xfrm>
          <a:prstGeom prst="rect">
            <a:avLst/>
          </a:prstGeom>
        </p:spPr>
      </p:pic>
      <p:pic>
        <p:nvPicPr>
          <p:cNvPr id="20" name="!!ch_frb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1000" y="4254500"/>
            <a:ext cx="190500" cy="317500"/>
          </a:xfrm>
          <a:prstGeom prst="rect">
            <a:avLst/>
          </a:prstGeom>
        </p:spPr>
      </p:pic>
      <p:pic>
        <p:nvPicPr>
          <p:cNvPr id="21" name="!!ch_frv2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33900" y="4279900"/>
            <a:ext cx="736600" cy="254000"/>
          </a:xfrm>
          <a:prstGeom prst="rect">
            <a:avLst/>
          </a:prstGeom>
        </p:spPr>
      </p:pic>
      <p:pic>
        <p:nvPicPr>
          <p:cNvPr id="22" name="!!ch_frn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89000" y="5232400"/>
            <a:ext cx="2514600" cy="254000"/>
          </a:xfrm>
          <a:prstGeom prst="rect">
            <a:avLst/>
          </a:prstGeom>
        </p:spPr>
      </p:pic>
      <p:pic>
        <p:nvPicPr>
          <p:cNvPr id="23" name="!!ch_frb3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191000" y="5016500"/>
            <a:ext cx="952500" cy="317500"/>
          </a:xfrm>
          <a:prstGeom prst="rect">
            <a:avLst/>
          </a:prstGeom>
        </p:spPr>
      </p:pic>
      <p:pic>
        <p:nvPicPr>
          <p:cNvPr id="24" name="!!ch_frv3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295900" y="5041900"/>
            <a:ext cx="762000" cy="254000"/>
          </a:xfrm>
          <a:prstGeom prst="rect">
            <a:avLst/>
          </a:prstGeom>
        </p:spPr>
      </p:pic>
      <p:pic>
        <p:nvPicPr>
          <p:cNvPr id="25" name="!!ch_frb31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191000" y="5397500"/>
            <a:ext cx="635000" cy="317500"/>
          </a:xfrm>
          <a:prstGeom prst="rect">
            <a:avLst/>
          </a:prstGeom>
        </p:spPr>
      </p:pic>
      <p:pic>
        <p:nvPicPr>
          <p:cNvPr id="26" name="!!ch_frv3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978400" y="5422900"/>
            <a:ext cx="736600" cy="254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ds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254000"/>
            <a:ext cx="11430000" cy="6223000"/>
          </a:xfrm>
          <a:prstGeom prst="rect">
            <a:avLst/>
          </a:prstGeom>
        </p:spPr>
      </p:pic>
      <p:pic>
        <p:nvPicPr>
          <p:cNvPr id="4" name="!!ch_dslg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0" y="698500"/>
            <a:ext cx="2832100" cy="304800"/>
          </a:xfrm>
          <a:prstGeom prst="rect">
            <a:avLst/>
          </a:prstGeom>
        </p:spPr>
      </p:pic>
      <p:pic>
        <p:nvPicPr>
          <p:cNvPr id="5" name="!!ch_dsn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2286000"/>
            <a:ext cx="3810000" cy="381000"/>
          </a:xfrm>
          <a:prstGeom prst="rect">
            <a:avLst/>
          </a:prstGeom>
        </p:spPr>
      </p:pic>
      <p:pic>
        <p:nvPicPr>
          <p:cNvPr id="6" name="!!ch_dsb0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1905000"/>
            <a:ext cx="4318000" cy="444500"/>
          </a:xfrm>
          <a:prstGeom prst="rect">
            <a:avLst/>
          </a:prstGeom>
        </p:spPr>
      </p:pic>
      <p:pic>
        <p:nvPicPr>
          <p:cNvPr id="7" name="!!ch_dsv0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4500" y="1968500"/>
            <a:ext cx="381000" cy="381000"/>
          </a:xfrm>
          <a:prstGeom prst="rect">
            <a:avLst/>
          </a:prstGeom>
        </p:spPr>
      </p:pic>
      <p:pic>
        <p:nvPicPr>
          <p:cNvPr id="8" name="!!ch_dsb0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6000" y="2540000"/>
            <a:ext cx="1524000" cy="444500"/>
          </a:xfrm>
          <a:prstGeom prst="rect">
            <a:avLst/>
          </a:prstGeom>
        </p:spPr>
      </p:pic>
      <p:pic>
        <p:nvPicPr>
          <p:cNvPr id="9" name="!!ch_dsv0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0500" y="2603500"/>
            <a:ext cx="266700" cy="381000"/>
          </a:xfrm>
          <a:prstGeom prst="rect">
            <a:avLst/>
          </a:prstGeom>
        </p:spPr>
      </p:pic>
      <p:pic>
        <p:nvPicPr>
          <p:cNvPr id="10" name="!!ch_ds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000" y="4191000"/>
            <a:ext cx="3429000" cy="381000"/>
          </a:xfrm>
          <a:prstGeom prst="rect">
            <a:avLst/>
          </a:prstGeom>
        </p:spPr>
      </p:pic>
      <p:pic>
        <p:nvPicPr>
          <p:cNvPr id="11" name="!!ch_dsb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26000" y="3810000"/>
            <a:ext cx="508000" cy="444500"/>
          </a:xfrm>
          <a:prstGeom prst="rect">
            <a:avLst/>
          </a:prstGeom>
        </p:spPr>
      </p:pic>
      <p:pic>
        <p:nvPicPr>
          <p:cNvPr id="12" name="!!ch_dsv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24500" y="3873500"/>
            <a:ext cx="266700" cy="381000"/>
          </a:xfrm>
          <a:prstGeom prst="rect">
            <a:avLst/>
          </a:prstGeom>
        </p:spPr>
      </p:pic>
      <p:pic>
        <p:nvPicPr>
          <p:cNvPr id="13" name="!!ch_dsb1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26000" y="4445000"/>
            <a:ext cx="762000" cy="444500"/>
          </a:xfrm>
          <a:prstGeom prst="rect">
            <a:avLst/>
          </a:prstGeom>
        </p:spPr>
      </p:pic>
      <p:pic>
        <p:nvPicPr>
          <p:cNvPr id="14" name="!!ch_dsv1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78500" y="4508500"/>
            <a:ext cx="266700" cy="381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rc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254000"/>
            <a:ext cx="11430000" cy="6223000"/>
          </a:xfrm>
          <a:prstGeom prst="rect">
            <a:avLst/>
          </a:prstGeom>
        </p:spPr>
      </p:pic>
      <p:pic>
        <p:nvPicPr>
          <p:cNvPr id="4" name="!!ch_rcgri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1270000"/>
            <a:ext cx="7556500" cy="2984500"/>
          </a:xfrm>
          <a:prstGeom prst="rect">
            <a:avLst/>
          </a:prstGeom>
        </p:spPr>
      </p:pic>
      <p:pic>
        <p:nvPicPr>
          <p:cNvPr id="5" name="!!ch_rcn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699000"/>
            <a:ext cx="5715000" cy="457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rc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254000"/>
            <a:ext cx="11430000" cy="6223000"/>
          </a:xfrm>
          <a:prstGeom prst="rect">
            <a:avLst/>
          </a:prstGeom>
        </p:spPr>
      </p:pic>
      <p:pic>
        <p:nvPicPr>
          <p:cNvPr id="4" name="!!ch_rclg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334000"/>
            <a:ext cx="3251200" cy="304800"/>
          </a:xfrm>
          <a:prstGeom prst="rect">
            <a:avLst/>
          </a:prstGeom>
        </p:spPr>
      </p:pic>
      <p:pic>
        <p:nvPicPr>
          <p:cNvPr id="5" name="!!ch_rclg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0" y="5334000"/>
            <a:ext cx="4826000" cy="254000"/>
          </a:xfrm>
          <a:prstGeom prst="rect">
            <a:avLst/>
          </a:prstGeom>
        </p:spPr>
      </p:pic>
      <p:pic>
        <p:nvPicPr>
          <p:cNvPr id="6" name="!!ch_rcn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1714500"/>
            <a:ext cx="2781300" cy="381000"/>
          </a:xfrm>
          <a:prstGeom prst="rect">
            <a:avLst/>
          </a:prstGeom>
        </p:spPr>
      </p:pic>
      <p:pic>
        <p:nvPicPr>
          <p:cNvPr id="7" name="!!ch_rcb0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1397000"/>
            <a:ext cx="3810000" cy="381000"/>
          </a:xfrm>
          <a:prstGeom prst="rect">
            <a:avLst/>
          </a:prstGeom>
        </p:spPr>
      </p:pic>
      <p:pic>
        <p:nvPicPr>
          <p:cNvPr id="8" name="!!ch_rcv0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1500" y="1460500"/>
            <a:ext cx="990600" cy="381000"/>
          </a:xfrm>
          <a:prstGeom prst="rect">
            <a:avLst/>
          </a:prstGeom>
        </p:spPr>
      </p:pic>
      <p:pic>
        <p:nvPicPr>
          <p:cNvPr id="9" name="!!ch_rcb0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0" y="1968500"/>
            <a:ext cx="3746500" cy="381000"/>
          </a:xfrm>
          <a:prstGeom prst="rect">
            <a:avLst/>
          </a:prstGeom>
        </p:spPr>
      </p:pic>
      <p:pic>
        <p:nvPicPr>
          <p:cNvPr id="10" name="!!ch_rcv0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0" y="2032000"/>
            <a:ext cx="952500" cy="381000"/>
          </a:xfrm>
          <a:prstGeom prst="rect">
            <a:avLst/>
          </a:prstGeom>
        </p:spPr>
      </p:pic>
      <p:pic>
        <p:nvPicPr>
          <p:cNvPr id="11" name="!!ch_rcn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9000" y="3492500"/>
            <a:ext cx="3200400" cy="381000"/>
          </a:xfrm>
          <a:prstGeom prst="rect">
            <a:avLst/>
          </a:prstGeom>
        </p:spPr>
      </p:pic>
      <p:pic>
        <p:nvPicPr>
          <p:cNvPr id="12" name="!!ch_rcb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91000" y="3175000"/>
            <a:ext cx="3619500" cy="381000"/>
          </a:xfrm>
          <a:prstGeom prst="rect">
            <a:avLst/>
          </a:prstGeom>
        </p:spPr>
      </p:pic>
      <p:pic>
        <p:nvPicPr>
          <p:cNvPr id="13" name="!!ch_rcv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0" y="3238500"/>
            <a:ext cx="1028700" cy="381000"/>
          </a:xfrm>
          <a:prstGeom prst="rect">
            <a:avLst/>
          </a:prstGeom>
        </p:spPr>
      </p:pic>
      <p:pic>
        <p:nvPicPr>
          <p:cNvPr id="14" name="!!ch_rcb1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000" y="3746500"/>
            <a:ext cx="2921000" cy="381000"/>
          </a:xfrm>
          <a:prstGeom prst="rect">
            <a:avLst/>
          </a:prstGeom>
        </p:spPr>
      </p:pic>
      <p:pic>
        <p:nvPicPr>
          <p:cNvPr id="15" name="!!ch_rcv1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02500" y="3810000"/>
            <a:ext cx="952500" cy="381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lot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79500"/>
            <a:ext cx="10668000" cy="4762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1000" y="2921000"/>
            <a:ext cx="2730500" cy="22860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8500" y="2921000"/>
            <a:ext cx="3556000" cy="2730500"/>
          </a:xfrm>
          <a:prstGeom prst="rect">
            <a:avLst/>
          </a:prstGeom>
        </p:spPr>
      </p:pic>
      <p:pic>
        <p:nvPicPr>
          <p:cNvPr id="6" name="!!fla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0" y="4826000"/>
            <a:ext cx="508000" cy="82550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254000"/>
            <a:ext cx="6286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lot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79500"/>
            <a:ext cx="10668000" cy="4762500"/>
          </a:xfrm>
          <a:prstGeom prst="rect">
            <a:avLst/>
          </a:prstGeom>
        </p:spPr>
      </p:pic>
      <p:pic>
        <p:nvPicPr>
          <p:cNvPr id="4" name="!!arr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4064000"/>
            <a:ext cx="762000" cy="2540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921000"/>
            <a:ext cx="3556000" cy="2730500"/>
          </a:xfrm>
          <a:prstGeom prst="rect">
            <a:avLst/>
          </a:prstGeom>
        </p:spPr>
      </p:pic>
      <p:pic>
        <p:nvPicPr>
          <p:cNvPr id="6" name="!!t_simpl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0" y="2413000"/>
            <a:ext cx="3048000" cy="381000"/>
          </a:xfrm>
          <a:prstGeom prst="rect">
            <a:avLst/>
          </a:prstGeom>
        </p:spPr>
      </p:pic>
      <p:pic>
        <p:nvPicPr>
          <p:cNvPr id="7" name="!!t_pred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3556000"/>
            <a:ext cx="5746750" cy="635000"/>
          </a:xfrm>
          <a:prstGeom prst="rect">
            <a:avLst/>
          </a:prstGeom>
        </p:spPr>
      </p:pic>
      <p:pic>
        <p:nvPicPr>
          <p:cNvPr id="8" name="!!t_ob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381500"/>
            <a:ext cx="5683250" cy="635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54000"/>
            <a:ext cx="749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pp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254000"/>
            <a:ext cx="5715000" cy="6223000"/>
          </a:xfrm>
          <a:prstGeom prst="rect">
            <a:avLst/>
          </a:prstGeom>
        </p:spPr>
      </p:pic>
      <p:pic>
        <p:nvPicPr>
          <p:cNvPr id="4" name="!!ch_po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254000"/>
            <a:ext cx="5715000" cy="6223000"/>
          </a:xfrm>
          <a:prstGeom prst="rect">
            <a:avLst/>
          </a:prstGeom>
        </p:spPr>
      </p:pic>
      <p:pic>
        <p:nvPicPr>
          <p:cNvPr id="5" name="!!ch_pp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7000" y="1333500"/>
            <a:ext cx="127000" cy="317500"/>
          </a:xfrm>
          <a:prstGeom prst="rect">
            <a:avLst/>
          </a:prstGeom>
        </p:spPr>
      </p:pic>
      <p:pic>
        <p:nvPicPr>
          <p:cNvPr id="6" name="!!ch_ppd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7000" y="1231900"/>
            <a:ext cx="317500" cy="508000"/>
          </a:xfrm>
          <a:prstGeom prst="rect">
            <a:avLst/>
          </a:prstGeom>
        </p:spPr>
      </p:pic>
      <p:pic>
        <p:nvPicPr>
          <p:cNvPr id="7" name="!!ch_ppk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270000"/>
            <a:ext cx="355600" cy="355600"/>
          </a:xfrm>
          <a:prstGeom prst="rect">
            <a:avLst/>
          </a:prstGeom>
        </p:spPr>
      </p:pic>
      <p:pic>
        <p:nvPicPr>
          <p:cNvPr id="8" name="!!ch_pp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930400"/>
            <a:ext cx="127000" cy="317500"/>
          </a:xfrm>
          <a:prstGeom prst="rect">
            <a:avLst/>
          </a:prstGeom>
        </p:spPr>
      </p:pic>
      <p:pic>
        <p:nvPicPr>
          <p:cNvPr id="9" name="!!ch_ppd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1828800"/>
            <a:ext cx="317500" cy="508000"/>
          </a:xfrm>
          <a:prstGeom prst="rect">
            <a:avLst/>
          </a:prstGeom>
        </p:spPr>
      </p:pic>
      <p:pic>
        <p:nvPicPr>
          <p:cNvPr id="10" name="!!ch_ppk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866900"/>
            <a:ext cx="355600" cy="355600"/>
          </a:xfrm>
          <a:prstGeom prst="rect">
            <a:avLst/>
          </a:prstGeom>
        </p:spPr>
      </p:pic>
      <p:pic>
        <p:nvPicPr>
          <p:cNvPr id="11" name="!!ch_pp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2527300"/>
            <a:ext cx="127000" cy="317500"/>
          </a:xfrm>
          <a:prstGeom prst="rect">
            <a:avLst/>
          </a:prstGeom>
        </p:spPr>
      </p:pic>
      <p:pic>
        <p:nvPicPr>
          <p:cNvPr id="12" name="!!ch_ppd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9000" y="2425700"/>
            <a:ext cx="317500" cy="508000"/>
          </a:xfrm>
          <a:prstGeom prst="rect">
            <a:avLst/>
          </a:prstGeom>
        </p:spPr>
      </p:pic>
      <p:pic>
        <p:nvPicPr>
          <p:cNvPr id="13" name="!!ch_ppk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463800"/>
            <a:ext cx="355600" cy="355600"/>
          </a:xfrm>
          <a:prstGeom prst="rect">
            <a:avLst/>
          </a:prstGeom>
        </p:spPr>
      </p:pic>
      <p:pic>
        <p:nvPicPr>
          <p:cNvPr id="14" name="!!ch_pp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8500" y="3124200"/>
            <a:ext cx="127000" cy="317500"/>
          </a:xfrm>
          <a:prstGeom prst="rect">
            <a:avLst/>
          </a:prstGeom>
        </p:spPr>
      </p:pic>
      <p:pic>
        <p:nvPicPr>
          <p:cNvPr id="15" name="!!ch_ppd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022600"/>
            <a:ext cx="317500" cy="508000"/>
          </a:xfrm>
          <a:prstGeom prst="rect">
            <a:avLst/>
          </a:prstGeom>
        </p:spPr>
      </p:pic>
      <p:pic>
        <p:nvPicPr>
          <p:cNvPr id="16" name="!!ch_ppk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3060700"/>
            <a:ext cx="355600" cy="355600"/>
          </a:xfrm>
          <a:prstGeom prst="rect">
            <a:avLst/>
          </a:prstGeom>
        </p:spPr>
      </p:pic>
      <p:pic>
        <p:nvPicPr>
          <p:cNvPr id="17" name="!!ch_ppr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000" y="3721100"/>
            <a:ext cx="127000" cy="317500"/>
          </a:xfrm>
          <a:prstGeom prst="rect">
            <a:avLst/>
          </a:prstGeom>
        </p:spPr>
      </p:pic>
      <p:pic>
        <p:nvPicPr>
          <p:cNvPr id="18" name="!!ch_ppd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1500" y="3619500"/>
            <a:ext cx="317500" cy="508000"/>
          </a:xfrm>
          <a:prstGeom prst="rect">
            <a:avLst/>
          </a:prstGeom>
        </p:spPr>
      </p:pic>
      <p:pic>
        <p:nvPicPr>
          <p:cNvPr id="19" name="!!ch_ppk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3657600"/>
            <a:ext cx="355600" cy="355600"/>
          </a:xfrm>
          <a:prstGeom prst="rect">
            <a:avLst/>
          </a:prstGeom>
        </p:spPr>
      </p:pic>
      <p:pic>
        <p:nvPicPr>
          <p:cNvPr id="20" name="!!ch_ppr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4318000"/>
            <a:ext cx="127000" cy="317500"/>
          </a:xfrm>
          <a:prstGeom prst="rect">
            <a:avLst/>
          </a:prstGeom>
        </p:spPr>
      </p:pic>
      <p:pic>
        <p:nvPicPr>
          <p:cNvPr id="21" name="!!ch_ppd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4216400"/>
            <a:ext cx="317500" cy="508000"/>
          </a:xfrm>
          <a:prstGeom prst="rect">
            <a:avLst/>
          </a:prstGeom>
        </p:spPr>
      </p:pic>
      <p:pic>
        <p:nvPicPr>
          <p:cNvPr id="22" name="!!ch_ppk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4254500"/>
            <a:ext cx="355600" cy="355600"/>
          </a:xfrm>
          <a:prstGeom prst="rect">
            <a:avLst/>
          </a:prstGeom>
        </p:spPr>
      </p:pic>
      <p:pic>
        <p:nvPicPr>
          <p:cNvPr id="23" name="!!ch_ppr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4914900"/>
            <a:ext cx="127000" cy="317500"/>
          </a:xfrm>
          <a:prstGeom prst="rect">
            <a:avLst/>
          </a:prstGeom>
        </p:spPr>
      </p:pic>
      <p:pic>
        <p:nvPicPr>
          <p:cNvPr id="24" name="!!ch_ppd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4813300"/>
            <a:ext cx="317500" cy="508000"/>
          </a:xfrm>
          <a:prstGeom prst="rect">
            <a:avLst/>
          </a:prstGeom>
        </p:spPr>
      </p:pic>
      <p:pic>
        <p:nvPicPr>
          <p:cNvPr id="25" name="!!ch_ppk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4851400"/>
            <a:ext cx="355600" cy="355600"/>
          </a:xfrm>
          <a:prstGeom prst="rect">
            <a:avLst/>
          </a:prstGeom>
        </p:spPr>
      </p:pic>
      <p:pic>
        <p:nvPicPr>
          <p:cNvPr id="26" name="!!ch_ppr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5511800"/>
            <a:ext cx="190500" cy="317500"/>
          </a:xfrm>
          <a:prstGeom prst="rect">
            <a:avLst/>
          </a:prstGeom>
        </p:spPr>
      </p:pic>
      <p:pic>
        <p:nvPicPr>
          <p:cNvPr id="27" name="!!ch_ppd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7500" y="5410200"/>
            <a:ext cx="317500" cy="508000"/>
          </a:xfrm>
          <a:prstGeom prst="rect">
            <a:avLst/>
          </a:prstGeom>
        </p:spPr>
      </p:pic>
      <p:pic>
        <p:nvPicPr>
          <p:cNvPr id="28" name="!!ch_ppk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5448300"/>
            <a:ext cx="355600" cy="355600"/>
          </a:xfrm>
          <a:prstGeom prst="rect">
            <a:avLst/>
          </a:prstGeom>
        </p:spPr>
      </p:pic>
      <p:pic>
        <p:nvPicPr>
          <p:cNvPr id="29" name="!!ch_po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8500" y="1333500"/>
            <a:ext cx="127000" cy="317500"/>
          </a:xfrm>
          <a:prstGeom prst="rect">
            <a:avLst/>
          </a:prstGeom>
        </p:spPr>
      </p:pic>
      <p:pic>
        <p:nvPicPr>
          <p:cNvPr id="30" name="!!ch_pod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2000" y="1231900"/>
            <a:ext cx="317500" cy="508000"/>
          </a:xfrm>
          <a:prstGeom prst="rect">
            <a:avLst/>
          </a:prstGeom>
        </p:spPr>
      </p:pic>
      <p:pic>
        <p:nvPicPr>
          <p:cNvPr id="31" name="!!ch_pok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93500" y="1270000"/>
            <a:ext cx="355600" cy="355600"/>
          </a:xfrm>
          <a:prstGeom prst="rect">
            <a:avLst/>
          </a:prstGeom>
        </p:spPr>
      </p:pic>
      <p:pic>
        <p:nvPicPr>
          <p:cNvPr id="32" name="!!ch_por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60000" y="1930400"/>
            <a:ext cx="190500" cy="317500"/>
          </a:xfrm>
          <a:prstGeom prst="rect">
            <a:avLst/>
          </a:prstGeom>
        </p:spPr>
      </p:pic>
      <p:pic>
        <p:nvPicPr>
          <p:cNvPr id="33" name="!!ch_pod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0000" y="1828800"/>
            <a:ext cx="317500" cy="508000"/>
          </a:xfrm>
          <a:prstGeom prst="rect">
            <a:avLst/>
          </a:prstGeom>
        </p:spPr>
      </p:pic>
      <p:pic>
        <p:nvPicPr>
          <p:cNvPr id="34" name="!!ch_pok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3500" y="1866900"/>
            <a:ext cx="406400" cy="355600"/>
          </a:xfrm>
          <a:prstGeom prst="rect">
            <a:avLst/>
          </a:prstGeom>
        </p:spPr>
      </p:pic>
      <p:pic>
        <p:nvPicPr>
          <p:cNvPr id="35" name="!!ch_por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06000" y="2527300"/>
            <a:ext cx="190500" cy="317500"/>
          </a:xfrm>
          <a:prstGeom prst="rect">
            <a:avLst/>
          </a:prstGeom>
        </p:spPr>
      </p:pic>
      <p:pic>
        <p:nvPicPr>
          <p:cNvPr id="36" name="!!ch_pod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0" y="2425700"/>
            <a:ext cx="317500" cy="508000"/>
          </a:xfrm>
          <a:prstGeom prst="rect">
            <a:avLst/>
          </a:prstGeom>
        </p:spPr>
      </p:pic>
      <p:pic>
        <p:nvPicPr>
          <p:cNvPr id="37" name="!!ch_pok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3500" y="2463800"/>
            <a:ext cx="406400" cy="355600"/>
          </a:xfrm>
          <a:prstGeom prst="rect">
            <a:avLst/>
          </a:prstGeom>
        </p:spPr>
      </p:pic>
      <p:pic>
        <p:nvPicPr>
          <p:cNvPr id="38" name="!!ch_por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2500" y="3124200"/>
            <a:ext cx="190500" cy="317500"/>
          </a:xfrm>
          <a:prstGeom prst="rect">
            <a:avLst/>
          </a:prstGeom>
        </p:spPr>
      </p:pic>
      <p:pic>
        <p:nvPicPr>
          <p:cNvPr id="39" name="!!ch_pod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2500" y="3022600"/>
            <a:ext cx="317500" cy="508000"/>
          </a:xfrm>
          <a:prstGeom prst="rect">
            <a:avLst/>
          </a:prstGeom>
        </p:spPr>
      </p:pic>
      <p:pic>
        <p:nvPicPr>
          <p:cNvPr id="40" name="!!ch_pok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3500" y="3060700"/>
            <a:ext cx="406400" cy="355600"/>
          </a:xfrm>
          <a:prstGeom prst="rect">
            <a:avLst/>
          </a:prstGeom>
        </p:spPr>
      </p:pic>
      <p:pic>
        <p:nvPicPr>
          <p:cNvPr id="41" name="!!ch_por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52000" y="3721100"/>
            <a:ext cx="254000" cy="317500"/>
          </a:xfrm>
          <a:prstGeom prst="rect">
            <a:avLst/>
          </a:prstGeom>
        </p:spPr>
      </p:pic>
      <p:pic>
        <p:nvPicPr>
          <p:cNvPr id="42" name="!!ch_pod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619500"/>
            <a:ext cx="317500" cy="508000"/>
          </a:xfrm>
          <a:prstGeom prst="rect">
            <a:avLst/>
          </a:prstGeom>
        </p:spPr>
      </p:pic>
      <p:pic>
        <p:nvPicPr>
          <p:cNvPr id="43" name="!!ch_pok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3500" y="3657600"/>
            <a:ext cx="406400" cy="355600"/>
          </a:xfrm>
          <a:prstGeom prst="rect">
            <a:avLst/>
          </a:prstGeom>
        </p:spPr>
      </p:pic>
      <p:pic>
        <p:nvPicPr>
          <p:cNvPr id="44" name="!!ch_por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61500" y="4318000"/>
            <a:ext cx="317500" cy="317500"/>
          </a:xfrm>
          <a:prstGeom prst="rect">
            <a:avLst/>
          </a:prstGeom>
        </p:spPr>
      </p:pic>
      <p:pic>
        <p:nvPicPr>
          <p:cNvPr id="45" name="!!ch_pod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88500" y="4216400"/>
            <a:ext cx="317500" cy="508000"/>
          </a:xfrm>
          <a:prstGeom prst="rect">
            <a:avLst/>
          </a:prstGeom>
        </p:spPr>
      </p:pic>
      <p:pic>
        <p:nvPicPr>
          <p:cNvPr id="46" name="!!ch_pok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3500" y="4254500"/>
            <a:ext cx="406400" cy="355600"/>
          </a:xfrm>
          <a:prstGeom prst="rect">
            <a:avLst/>
          </a:prstGeom>
        </p:spPr>
      </p:pic>
      <p:pic>
        <p:nvPicPr>
          <p:cNvPr id="47" name="!!ch_por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61500" y="4914900"/>
            <a:ext cx="254000" cy="317500"/>
          </a:xfrm>
          <a:prstGeom prst="rect">
            <a:avLst/>
          </a:prstGeom>
        </p:spPr>
      </p:pic>
      <p:pic>
        <p:nvPicPr>
          <p:cNvPr id="48" name="!!ch_pod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813300"/>
            <a:ext cx="317500" cy="508000"/>
          </a:xfrm>
          <a:prstGeom prst="rect">
            <a:avLst/>
          </a:prstGeom>
        </p:spPr>
      </p:pic>
      <p:pic>
        <p:nvPicPr>
          <p:cNvPr id="49" name="!!ch_pok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3500" y="4851400"/>
            <a:ext cx="406400" cy="355600"/>
          </a:xfrm>
          <a:prstGeom prst="rect">
            <a:avLst/>
          </a:prstGeom>
        </p:spPr>
      </p:pic>
      <p:pic>
        <p:nvPicPr>
          <p:cNvPr id="50" name="!!ch_por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61500" y="5511800"/>
            <a:ext cx="254000" cy="317500"/>
          </a:xfrm>
          <a:prstGeom prst="rect">
            <a:avLst/>
          </a:prstGeom>
        </p:spPr>
      </p:pic>
      <p:pic>
        <p:nvPicPr>
          <p:cNvPr id="51" name="!!ch_pod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1500" y="5410200"/>
            <a:ext cx="317500" cy="508000"/>
          </a:xfrm>
          <a:prstGeom prst="rect">
            <a:avLst/>
          </a:prstGeom>
        </p:spPr>
      </p:pic>
      <p:pic>
        <p:nvPicPr>
          <p:cNvPr id="52" name="!!ch_pok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93500" y="5448300"/>
            <a:ext cx="406400" cy="355600"/>
          </a:xfrm>
          <a:prstGeom prst="rect">
            <a:avLst/>
          </a:prstGeom>
        </p:spPr>
      </p:pic>
      <p:pic>
        <p:nvPicPr>
          <p:cNvPr id="53" name="!!ch_pkey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000" y="6350000"/>
            <a:ext cx="6807200" cy="50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5842000"/>
            <a:ext cx="10922000" cy="190500"/>
          </a:xfrm>
          <a:prstGeom prst="rect">
            <a:avLst/>
          </a:prstGeom>
        </p:spPr>
      </p:pic>
      <p:pic>
        <p:nvPicPr>
          <p:cNvPr id="4" name="!!div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54000"/>
            <a:ext cx="31750" cy="55880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3111500"/>
            <a:ext cx="3556000" cy="2730500"/>
          </a:xfrm>
          <a:prstGeom prst="rect">
            <a:avLst/>
          </a:prstGeom>
        </p:spPr>
      </p:pic>
      <p:pic>
        <p:nvPicPr>
          <p:cNvPr id="6" name="!!ansk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0" y="3556000"/>
            <a:ext cx="1524000" cy="571500"/>
          </a:xfrm>
          <a:prstGeom prst="rect">
            <a:avLst/>
          </a:prstGeom>
        </p:spPr>
      </p:pic>
      <p:pic>
        <p:nvPicPr>
          <p:cNvPr id="7" name="!!ansk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0" y="4445000"/>
            <a:ext cx="1301750" cy="571500"/>
          </a:xfrm>
          <a:prstGeom prst="rect">
            <a:avLst/>
          </a:prstGeom>
        </p:spPr>
      </p:pic>
      <p:pic>
        <p:nvPicPr>
          <p:cNvPr id="8" name="!!t_know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0" y="381000"/>
            <a:ext cx="3873500" cy="317500"/>
          </a:xfrm>
          <a:prstGeom prst="rect">
            <a:avLst/>
          </a:prstGeom>
        </p:spPr>
      </p:pic>
      <p:pic>
        <p:nvPicPr>
          <p:cNvPr id="9" name="!!t_b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" y="825500"/>
            <a:ext cx="4095750" cy="381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3619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5842000"/>
            <a:ext cx="10922000" cy="190500"/>
          </a:xfrm>
          <a:prstGeom prst="rect">
            <a:avLst/>
          </a:prstGeom>
        </p:spPr>
      </p:pic>
      <p:pic>
        <p:nvPicPr>
          <p:cNvPr id="4" name="!!div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54000"/>
            <a:ext cx="31750" cy="55880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500" y="1270000"/>
            <a:ext cx="2730500" cy="2286000"/>
          </a:xfrm>
          <a:prstGeom prst="rect">
            <a:avLst/>
          </a:prstGeom>
        </p:spPr>
      </p:pic>
      <p:pic>
        <p:nvPicPr>
          <p:cNvPr id="6" name="!!robo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3111500"/>
            <a:ext cx="3556000" cy="2730500"/>
          </a:xfrm>
          <a:prstGeom prst="rect">
            <a:avLst/>
          </a:prstGeom>
        </p:spPr>
      </p:pic>
      <p:pic>
        <p:nvPicPr>
          <p:cNvPr id="7" name="!!guesse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500" y="3111500"/>
            <a:ext cx="3556000" cy="2730500"/>
          </a:xfrm>
          <a:prstGeom prst="rect">
            <a:avLst/>
          </a:prstGeom>
        </p:spPr>
      </p:pic>
      <p:pic>
        <p:nvPicPr>
          <p:cNvPr id="8" name="!!ansk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0" y="3556000"/>
            <a:ext cx="1524000" cy="571500"/>
          </a:xfrm>
          <a:prstGeom prst="rect">
            <a:avLst/>
          </a:prstGeom>
        </p:spPr>
      </p:pic>
      <p:pic>
        <p:nvPicPr>
          <p:cNvPr id="9" name="!!ansk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0" y="4445000"/>
            <a:ext cx="1301750" cy="571500"/>
          </a:xfrm>
          <a:prstGeom prst="rect">
            <a:avLst/>
          </a:prstGeom>
        </p:spPr>
      </p:pic>
      <p:pic>
        <p:nvPicPr>
          <p:cNvPr id="10" name="!!ansg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33000" y="4445000"/>
            <a:ext cx="1301750" cy="571500"/>
          </a:xfrm>
          <a:prstGeom prst="rect">
            <a:avLst/>
          </a:prstGeom>
        </p:spPr>
      </p:pic>
      <p:pic>
        <p:nvPicPr>
          <p:cNvPr id="11" name="!!ansg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33000" y="5207000"/>
            <a:ext cx="1238250" cy="571500"/>
          </a:xfrm>
          <a:prstGeom prst="rect">
            <a:avLst/>
          </a:prstGeom>
        </p:spPr>
      </p:pic>
      <p:pic>
        <p:nvPicPr>
          <p:cNvPr id="12" name="!!t_know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000" y="381000"/>
            <a:ext cx="3873500" cy="317500"/>
          </a:xfrm>
          <a:prstGeom prst="rect">
            <a:avLst/>
          </a:prstGeom>
        </p:spPr>
      </p:pic>
      <p:pic>
        <p:nvPicPr>
          <p:cNvPr id="13" name="!!t_b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000" y="825500"/>
            <a:ext cx="4095750" cy="381000"/>
          </a:xfrm>
          <a:prstGeom prst="rect">
            <a:avLst/>
          </a:prstGeom>
        </p:spPr>
      </p:pic>
      <p:pic>
        <p:nvPicPr>
          <p:cNvPr id="14" name="!!t_guess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7000" y="381000"/>
            <a:ext cx="4984750" cy="381000"/>
          </a:xfrm>
          <a:prstGeom prst="rect">
            <a:avLst/>
          </a:prstGeom>
        </p:spPr>
      </p:pic>
      <p:pic>
        <p:nvPicPr>
          <p:cNvPr id="15" name="!!t_fixed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825500"/>
            <a:ext cx="479425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676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1079500"/>
            <a:ext cx="2730500" cy="2286000"/>
          </a:xfrm>
          <a:prstGeom prst="rect">
            <a:avLst/>
          </a:prstGeom>
        </p:spPr>
      </p:pic>
      <p:pic>
        <p:nvPicPr>
          <p:cNvPr id="4" name="!!scale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0" y="1079500"/>
            <a:ext cx="2730500" cy="2286000"/>
          </a:xfrm>
          <a:prstGeom prst="rect">
            <a:avLst/>
          </a:prstGeom>
        </p:spPr>
      </p:pic>
      <p:pic>
        <p:nvPicPr>
          <p:cNvPr id="5" name="!!kind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3683000"/>
            <a:ext cx="1238250" cy="857250"/>
          </a:xfrm>
          <a:prstGeom prst="rect">
            <a:avLst/>
          </a:prstGeom>
        </p:spPr>
      </p:pic>
      <p:pic>
        <p:nvPicPr>
          <p:cNvPr id="6" name="!!kind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6500" y="3683000"/>
            <a:ext cx="1111250" cy="793750"/>
          </a:xfrm>
          <a:prstGeom prst="rect">
            <a:avLst/>
          </a:prstGeom>
        </p:spPr>
      </p:pic>
      <p:pic>
        <p:nvPicPr>
          <p:cNvPr id="7" name="!!kind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8750" y="3683000"/>
            <a:ext cx="1047750" cy="825500"/>
          </a:xfrm>
          <a:prstGeom prst="rect">
            <a:avLst/>
          </a:prstGeom>
        </p:spPr>
      </p:pic>
      <p:pic>
        <p:nvPicPr>
          <p:cNvPr id="8" name="!!kind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9750" y="3683000"/>
            <a:ext cx="2254250" cy="92075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254000"/>
            <a:ext cx="7620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1079500"/>
            <a:ext cx="2730500" cy="2286000"/>
          </a:xfrm>
          <a:prstGeom prst="rect">
            <a:avLst/>
          </a:prstGeom>
        </p:spPr>
      </p:pic>
      <p:pic>
        <p:nvPicPr>
          <p:cNvPr id="4" name="!!scale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079500"/>
            <a:ext cx="2730500" cy="2286000"/>
          </a:xfrm>
          <a:prstGeom prst="rect">
            <a:avLst/>
          </a:prstGeom>
        </p:spPr>
      </p:pic>
      <p:pic>
        <p:nvPicPr>
          <p:cNvPr id="5" name="!!kind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3683000"/>
            <a:ext cx="1238250" cy="857250"/>
          </a:xfrm>
          <a:prstGeom prst="rect">
            <a:avLst/>
          </a:prstGeom>
        </p:spPr>
      </p:pic>
      <p:pic>
        <p:nvPicPr>
          <p:cNvPr id="6" name="!!kind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3683000"/>
            <a:ext cx="1111250" cy="793750"/>
          </a:xfrm>
          <a:prstGeom prst="rect">
            <a:avLst/>
          </a:prstGeom>
        </p:spPr>
      </p:pic>
      <p:pic>
        <p:nvPicPr>
          <p:cNvPr id="7" name="!!kind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8750" y="3683000"/>
            <a:ext cx="1047750" cy="825500"/>
          </a:xfrm>
          <a:prstGeom prst="rect">
            <a:avLst/>
          </a:prstGeom>
        </p:spPr>
      </p:pic>
      <p:pic>
        <p:nvPicPr>
          <p:cNvPr id="8" name="!!kind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9750" y="3683000"/>
            <a:ext cx="2254250" cy="920750"/>
          </a:xfrm>
          <a:prstGeom prst="rect">
            <a:avLst/>
          </a:prstGeom>
        </p:spPr>
      </p:pic>
      <p:pic>
        <p:nvPicPr>
          <p:cNvPr id="9" name="!!t_ly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4826000"/>
            <a:ext cx="3683000" cy="381000"/>
          </a:xfrm>
          <a:prstGeom prst="rect">
            <a:avLst/>
          </a:prstGeom>
        </p:spPr>
      </p:pic>
      <p:pic>
        <p:nvPicPr>
          <p:cNvPr id="10" name="!!t_lyes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00250" y="5270500"/>
            <a:ext cx="1873250" cy="317500"/>
          </a:xfrm>
          <a:prstGeom prst="rect">
            <a:avLst/>
          </a:prstGeom>
        </p:spPr>
      </p:pic>
      <p:pic>
        <p:nvPicPr>
          <p:cNvPr id="11" name="!!t_sr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33500" y="6159500"/>
            <a:ext cx="952500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254000"/>
            <a:ext cx="698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ca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1079500"/>
            <a:ext cx="2730500" cy="2286000"/>
          </a:xfrm>
          <a:prstGeom prst="rect">
            <a:avLst/>
          </a:prstGeom>
        </p:spPr>
      </p:pic>
      <p:pic>
        <p:nvPicPr>
          <p:cNvPr id="4" name="!!scale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079500"/>
            <a:ext cx="2730500" cy="2286000"/>
          </a:xfrm>
          <a:prstGeom prst="rect">
            <a:avLst/>
          </a:prstGeom>
        </p:spPr>
      </p:pic>
      <p:pic>
        <p:nvPicPr>
          <p:cNvPr id="5" name="!!kind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3683000"/>
            <a:ext cx="1238250" cy="857250"/>
          </a:xfrm>
          <a:prstGeom prst="rect">
            <a:avLst/>
          </a:prstGeom>
        </p:spPr>
      </p:pic>
      <p:pic>
        <p:nvPicPr>
          <p:cNvPr id="6" name="!!kind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6500" y="3683000"/>
            <a:ext cx="1111250" cy="793750"/>
          </a:xfrm>
          <a:prstGeom prst="rect">
            <a:avLst/>
          </a:prstGeom>
        </p:spPr>
      </p:pic>
      <p:pic>
        <p:nvPicPr>
          <p:cNvPr id="7" name="!!kind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8750" y="3683000"/>
            <a:ext cx="1047750" cy="825500"/>
          </a:xfrm>
          <a:prstGeom prst="rect">
            <a:avLst/>
          </a:prstGeom>
        </p:spPr>
      </p:pic>
      <p:pic>
        <p:nvPicPr>
          <p:cNvPr id="8" name="!!kind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9750" y="3683000"/>
            <a:ext cx="2254250" cy="920750"/>
          </a:xfrm>
          <a:prstGeom prst="rect">
            <a:avLst/>
          </a:prstGeom>
        </p:spPr>
      </p:pic>
      <p:pic>
        <p:nvPicPr>
          <p:cNvPr id="9" name="!!t_ly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4826000"/>
            <a:ext cx="3683000" cy="381000"/>
          </a:xfrm>
          <a:prstGeom prst="rect">
            <a:avLst/>
          </a:prstGeom>
        </p:spPr>
      </p:pic>
      <p:pic>
        <p:nvPicPr>
          <p:cNvPr id="10" name="!!t_lyes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00250" y="5270500"/>
            <a:ext cx="1873250" cy="317500"/>
          </a:xfrm>
          <a:prstGeom prst="rect">
            <a:avLst/>
          </a:prstGeom>
        </p:spPr>
      </p:pic>
      <p:pic>
        <p:nvPicPr>
          <p:cNvPr id="11" name="!!t_sr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33500" y="6159500"/>
            <a:ext cx="9525000" cy="381000"/>
          </a:xfrm>
          <a:prstGeom prst="rect">
            <a:avLst/>
          </a:prstGeom>
        </p:spPr>
      </p:pic>
      <p:pic>
        <p:nvPicPr>
          <p:cNvPr id="12" name="!!t_lno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97750" y="4826000"/>
            <a:ext cx="3746500" cy="381000"/>
          </a:xfrm>
          <a:prstGeom prst="rect">
            <a:avLst/>
          </a:prstGeom>
        </p:spPr>
      </p:pic>
      <p:pic>
        <p:nvPicPr>
          <p:cNvPr id="13" name="!!t_lno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2750" y="5270500"/>
            <a:ext cx="2476500" cy="3175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254000"/>
            <a:ext cx="5302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rame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460500"/>
            <a:ext cx="5080000" cy="3746500"/>
          </a:xfrm>
          <a:prstGeom prst="rect">
            <a:avLst/>
          </a:prstGeom>
        </p:spPr>
      </p:pic>
      <p:pic>
        <p:nvPicPr>
          <p:cNvPr id="4" name="!!frame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1460500"/>
            <a:ext cx="5080000" cy="3746500"/>
          </a:xfrm>
          <a:prstGeom prst="rect">
            <a:avLst/>
          </a:prstGeom>
        </p:spPr>
      </p:pic>
      <p:pic>
        <p:nvPicPr>
          <p:cNvPr id="5" name="!!cu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254000"/>
            <a:ext cx="3683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5842000"/>
            <a:ext cx="3810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444500"/>
            <a:ext cx="2730500" cy="2286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952500"/>
            <a:ext cx="6667500" cy="4127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2952750"/>
            <a:ext cx="6286500" cy="1206500"/>
          </a:xfrm>
          <a:prstGeom prst="rect">
            <a:avLst/>
          </a:prstGeom>
        </p:spPr>
      </p:pic>
      <p:pic>
        <p:nvPicPr>
          <p:cNvPr id="7" name="!!fac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587500"/>
            <a:ext cx="6286500" cy="123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000" y="3111500"/>
            <a:ext cx="3556000" cy="2730500"/>
          </a:xfrm>
          <a:prstGeom prst="rect">
            <a:avLst/>
          </a:prstGeom>
        </p:spPr>
      </p:pic>
      <p:pic>
        <p:nvPicPr>
          <p:cNvPr id="9" name="!!t_car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5270500"/>
            <a:ext cx="7715250" cy="381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905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fc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254000"/>
            <a:ext cx="11430000" cy="6223000"/>
          </a:xfrm>
          <a:prstGeom prst="rect">
            <a:avLst/>
          </a:prstGeom>
        </p:spPr>
      </p:pic>
      <p:pic>
        <p:nvPicPr>
          <p:cNvPr id="4" name="!!ch_fclg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5842000"/>
            <a:ext cx="4978400" cy="254000"/>
          </a:xfrm>
          <a:prstGeom prst="rect">
            <a:avLst/>
          </a:prstGeom>
        </p:spPr>
      </p:pic>
      <p:pic>
        <p:nvPicPr>
          <p:cNvPr id="5" name="!!ch_fcn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000" y="1803400"/>
            <a:ext cx="1854200" cy="254000"/>
          </a:xfrm>
          <a:prstGeom prst="rect">
            <a:avLst/>
          </a:prstGeom>
        </p:spPr>
      </p:pic>
      <p:pic>
        <p:nvPicPr>
          <p:cNvPr id="6" name="!!ch_fcb0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00" y="1587500"/>
            <a:ext cx="5905500" cy="317500"/>
          </a:xfrm>
          <a:prstGeom prst="rect">
            <a:avLst/>
          </a:prstGeom>
        </p:spPr>
      </p:pic>
      <p:pic>
        <p:nvPicPr>
          <p:cNvPr id="7" name="!!ch_fcv0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8900" y="1612900"/>
            <a:ext cx="482600" cy="254000"/>
          </a:xfrm>
          <a:prstGeom prst="rect">
            <a:avLst/>
          </a:prstGeom>
        </p:spPr>
      </p:pic>
      <p:pic>
        <p:nvPicPr>
          <p:cNvPr id="8" name="!!ch_fcb0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1968500"/>
            <a:ext cx="63500" cy="317500"/>
          </a:xfrm>
          <a:prstGeom prst="rect">
            <a:avLst/>
          </a:prstGeom>
        </p:spPr>
      </p:pic>
      <p:pic>
        <p:nvPicPr>
          <p:cNvPr id="9" name="!!ch_fcv0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6900" y="1993900"/>
            <a:ext cx="177800" cy="254000"/>
          </a:xfrm>
          <a:prstGeom prst="rect">
            <a:avLst/>
          </a:prstGeom>
        </p:spPr>
      </p:pic>
      <p:pic>
        <p:nvPicPr>
          <p:cNvPr id="10" name="!!ch_fc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000" y="2946400"/>
            <a:ext cx="2133600" cy="254000"/>
          </a:xfrm>
          <a:prstGeom prst="rect">
            <a:avLst/>
          </a:prstGeom>
        </p:spPr>
      </p:pic>
      <p:pic>
        <p:nvPicPr>
          <p:cNvPr id="11" name="!!ch_fcb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91000" y="2730500"/>
            <a:ext cx="1524000" cy="317500"/>
          </a:xfrm>
          <a:prstGeom prst="rect">
            <a:avLst/>
          </a:prstGeom>
        </p:spPr>
      </p:pic>
      <p:pic>
        <p:nvPicPr>
          <p:cNvPr id="12" name="!!ch_fcv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7400" y="2755900"/>
            <a:ext cx="355600" cy="254000"/>
          </a:xfrm>
          <a:prstGeom prst="rect">
            <a:avLst/>
          </a:prstGeom>
        </p:spPr>
      </p:pic>
      <p:pic>
        <p:nvPicPr>
          <p:cNvPr id="13" name="!!ch_fcb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3111500"/>
            <a:ext cx="63500" cy="317500"/>
          </a:xfrm>
          <a:prstGeom prst="rect">
            <a:avLst/>
          </a:prstGeom>
        </p:spPr>
      </p:pic>
      <p:pic>
        <p:nvPicPr>
          <p:cNvPr id="14" name="!!ch_fcv1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06900" y="3136900"/>
            <a:ext cx="152400" cy="254000"/>
          </a:xfrm>
          <a:prstGeom prst="rect">
            <a:avLst/>
          </a:prstGeom>
        </p:spPr>
      </p:pic>
      <p:pic>
        <p:nvPicPr>
          <p:cNvPr id="15" name="!!ch_fcn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000" y="4089400"/>
            <a:ext cx="2082800" cy="304800"/>
          </a:xfrm>
          <a:prstGeom prst="rect">
            <a:avLst/>
          </a:prstGeom>
        </p:spPr>
      </p:pic>
      <p:pic>
        <p:nvPicPr>
          <p:cNvPr id="16" name="!!ch_fcb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91000" y="3873500"/>
            <a:ext cx="254000" cy="317500"/>
          </a:xfrm>
          <a:prstGeom prst="rect">
            <a:avLst/>
          </a:prstGeom>
        </p:spPr>
      </p:pic>
      <p:pic>
        <p:nvPicPr>
          <p:cNvPr id="17" name="!!ch_fcv2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97400" y="3898900"/>
            <a:ext cx="177800" cy="254000"/>
          </a:xfrm>
          <a:prstGeom prst="rect">
            <a:avLst/>
          </a:prstGeom>
        </p:spPr>
      </p:pic>
      <p:pic>
        <p:nvPicPr>
          <p:cNvPr id="18" name="!!ch_fcb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4254500"/>
            <a:ext cx="63500" cy="317500"/>
          </a:xfrm>
          <a:prstGeom prst="rect">
            <a:avLst/>
          </a:prstGeom>
        </p:spPr>
      </p:pic>
      <p:pic>
        <p:nvPicPr>
          <p:cNvPr id="19" name="!!ch_fcv2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06900" y="4279900"/>
            <a:ext cx="152400" cy="254000"/>
          </a:xfrm>
          <a:prstGeom prst="rect">
            <a:avLst/>
          </a:prstGeom>
        </p:spPr>
      </p:pic>
      <p:pic>
        <p:nvPicPr>
          <p:cNvPr id="20" name="!!ch_fcn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9000" y="5232400"/>
            <a:ext cx="2057400" cy="254000"/>
          </a:xfrm>
          <a:prstGeom prst="rect">
            <a:avLst/>
          </a:prstGeom>
        </p:spPr>
      </p:pic>
      <p:pic>
        <p:nvPicPr>
          <p:cNvPr id="21" name="!!ch_fcb3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1000" y="5016500"/>
            <a:ext cx="571500" cy="317500"/>
          </a:xfrm>
          <a:prstGeom prst="rect">
            <a:avLst/>
          </a:prstGeom>
        </p:spPr>
      </p:pic>
      <p:pic>
        <p:nvPicPr>
          <p:cNvPr id="22" name="!!ch_fcv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14900" y="5041900"/>
            <a:ext cx="279400" cy="254000"/>
          </a:xfrm>
          <a:prstGeom prst="rect">
            <a:avLst/>
          </a:prstGeom>
        </p:spPr>
      </p:pic>
      <p:pic>
        <p:nvPicPr>
          <p:cNvPr id="23" name="!!ch_fcb3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5397500"/>
            <a:ext cx="63500" cy="317500"/>
          </a:xfrm>
          <a:prstGeom prst="rect">
            <a:avLst/>
          </a:prstGeom>
        </p:spPr>
      </p:pic>
      <p:pic>
        <p:nvPicPr>
          <p:cNvPr id="24" name="!!ch_fcv3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06900" y="5422900"/>
            <a:ext cx="152400" cy="254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5842000"/>
            <a:ext cx="3810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444500"/>
            <a:ext cx="2730500" cy="2286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952500"/>
            <a:ext cx="6667500" cy="4127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2952750"/>
            <a:ext cx="6286500" cy="1206500"/>
          </a:xfrm>
          <a:prstGeom prst="rect">
            <a:avLst/>
          </a:prstGeom>
        </p:spPr>
      </p:pic>
      <p:pic>
        <p:nvPicPr>
          <p:cNvPr id="7" name="!!fac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1587500"/>
            <a:ext cx="6286500" cy="123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000" y="3111500"/>
            <a:ext cx="3556000" cy="2730500"/>
          </a:xfrm>
          <a:prstGeom prst="rect">
            <a:avLst/>
          </a:prstGeom>
        </p:spPr>
      </p:pic>
      <p:pic>
        <p:nvPicPr>
          <p:cNvPr id="9" name="!!t_car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5270500"/>
            <a:ext cx="7461250" cy="381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969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5842000"/>
            <a:ext cx="3810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444500"/>
            <a:ext cx="2730500" cy="2286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952500"/>
            <a:ext cx="6667500" cy="4127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587500"/>
            <a:ext cx="6286500" cy="730250"/>
          </a:xfrm>
          <a:prstGeom prst="rect">
            <a:avLst/>
          </a:prstGeom>
        </p:spPr>
      </p:pic>
      <p:pic>
        <p:nvPicPr>
          <p:cNvPr id="7" name="!!compas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42000" y="3302000"/>
            <a:ext cx="1492250" cy="1492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000" y="3111500"/>
            <a:ext cx="3556000" cy="2730500"/>
          </a:xfrm>
          <a:prstGeom prst="rect">
            <a:avLst/>
          </a:prstGeom>
        </p:spPr>
      </p:pic>
      <p:pic>
        <p:nvPicPr>
          <p:cNvPr id="9" name="!!t_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5270500"/>
            <a:ext cx="4222750" cy="381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8255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5842000"/>
            <a:ext cx="38100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0" y="444500"/>
            <a:ext cx="2730500" cy="22860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952500"/>
            <a:ext cx="6667500" cy="4127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587500"/>
            <a:ext cx="6286500" cy="1682750"/>
          </a:xfrm>
          <a:prstGeom prst="rect">
            <a:avLst/>
          </a:prstGeom>
        </p:spPr>
      </p:pic>
      <p:pic>
        <p:nvPicPr>
          <p:cNvPr id="7" name="!!map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333750"/>
            <a:ext cx="6286500" cy="1714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000" y="3111500"/>
            <a:ext cx="3556000" cy="2730500"/>
          </a:xfrm>
          <a:prstGeom prst="rect">
            <a:avLst/>
          </a:prstGeom>
        </p:spPr>
      </p:pic>
      <p:pic>
        <p:nvPicPr>
          <p:cNvPr id="9" name="!!t_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5270500"/>
            <a:ext cx="6032500" cy="381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032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cw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254000"/>
            <a:ext cx="11430000" cy="6223000"/>
          </a:xfrm>
          <a:prstGeom prst="rect">
            <a:avLst/>
          </a:prstGeom>
        </p:spPr>
      </p:pic>
      <p:pic>
        <p:nvPicPr>
          <p:cNvPr id="4" name="!!ch_cwb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0" y="2032000"/>
            <a:ext cx="1524000" cy="3302000"/>
          </a:xfrm>
          <a:prstGeom prst="rect">
            <a:avLst/>
          </a:prstGeom>
        </p:spPr>
      </p:pic>
      <p:pic>
        <p:nvPicPr>
          <p:cNvPr id="5" name="!!ch_cwv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600" y="1460500"/>
            <a:ext cx="762000" cy="508000"/>
          </a:xfrm>
          <a:prstGeom prst="rect">
            <a:avLst/>
          </a:prstGeom>
        </p:spPr>
      </p:pic>
      <p:pic>
        <p:nvPicPr>
          <p:cNvPr id="6" name="!!ch_cwl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7000" y="5651500"/>
            <a:ext cx="1244600" cy="254000"/>
          </a:xfrm>
          <a:prstGeom prst="rect">
            <a:avLst/>
          </a:prstGeom>
        </p:spPr>
      </p:pic>
      <p:pic>
        <p:nvPicPr>
          <p:cNvPr id="7" name="!!ch_cwb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4699000"/>
            <a:ext cx="1524000" cy="635000"/>
          </a:xfrm>
          <a:prstGeom prst="rect">
            <a:avLst/>
          </a:prstGeom>
        </p:spPr>
      </p:pic>
      <p:pic>
        <p:nvPicPr>
          <p:cNvPr id="8" name="!!ch_cwv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2000" y="4127500"/>
            <a:ext cx="711200" cy="508000"/>
          </a:xfrm>
          <a:prstGeom prst="rect">
            <a:avLst/>
          </a:prstGeom>
        </p:spPr>
      </p:pic>
      <p:pic>
        <p:nvPicPr>
          <p:cNvPr id="9" name="!!ch_cwl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8000" y="5651500"/>
            <a:ext cx="3962400" cy="304800"/>
          </a:xfrm>
          <a:prstGeom prst="rect">
            <a:avLst/>
          </a:prstGeom>
        </p:spPr>
      </p:pic>
      <p:pic>
        <p:nvPicPr>
          <p:cNvPr id="10" name="!!ch_cwax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8000" y="5334000"/>
            <a:ext cx="8636000" cy="6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shtit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98500"/>
            <a:ext cx="9753600" cy="457200"/>
          </a:xfrm>
          <a:prstGeom prst="rect">
            <a:avLst/>
          </a:prstGeom>
        </p:spPr>
      </p:pic>
      <p:pic>
        <p:nvPicPr>
          <p:cNvPr id="4" name="!!ch_shge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159000"/>
            <a:ext cx="10287000" cy="1143000"/>
          </a:xfrm>
          <a:prstGeom prst="rect">
            <a:avLst/>
          </a:prstGeom>
        </p:spPr>
      </p:pic>
      <p:pic>
        <p:nvPicPr>
          <p:cNvPr id="5" name="!!ch_shoth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9000" y="2159000"/>
            <a:ext cx="381000" cy="1143000"/>
          </a:xfrm>
          <a:prstGeom prst="rect">
            <a:avLst/>
          </a:prstGeom>
        </p:spPr>
      </p:pic>
      <p:pic>
        <p:nvPicPr>
          <p:cNvPr id="6" name="!!ch_shg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746500"/>
            <a:ext cx="3810000" cy="457200"/>
          </a:xfrm>
          <a:prstGeom prst="rect">
            <a:avLst/>
          </a:prstGeom>
        </p:spPr>
      </p:pic>
      <p:pic>
        <p:nvPicPr>
          <p:cNvPr id="7" name="!!ch_sho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3746500"/>
            <a:ext cx="2247900" cy="381000"/>
          </a:xfrm>
          <a:prstGeom prst="rect">
            <a:avLst/>
          </a:prstGeom>
        </p:spPr>
      </p:pic>
      <p:pic>
        <p:nvPicPr>
          <p:cNvPr id="8" name="!!ch_sht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4762500"/>
            <a:ext cx="4953000" cy="457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5842000"/>
            <a:ext cx="3810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952500"/>
            <a:ext cx="6985000" cy="41275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0" y="3111500"/>
            <a:ext cx="3556000" cy="2730500"/>
          </a:xfrm>
          <a:prstGeom prst="rect">
            <a:avLst/>
          </a:prstGeom>
        </p:spPr>
      </p:pic>
      <p:pic>
        <p:nvPicPr>
          <p:cNvPr id="6" name="!!say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635000"/>
            <a:ext cx="3556000" cy="1206500"/>
          </a:xfrm>
          <a:prstGeom prst="rect">
            <a:avLst/>
          </a:prstGeom>
        </p:spPr>
      </p:pic>
      <p:pic>
        <p:nvPicPr>
          <p:cNvPr id="7" name="!!ok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93500" y="381000"/>
            <a:ext cx="349250" cy="285750"/>
          </a:xfrm>
          <a:prstGeom prst="rect">
            <a:avLst/>
          </a:prstGeom>
        </p:spPr>
      </p:pic>
      <p:pic>
        <p:nvPicPr>
          <p:cNvPr id="8" name="!!t_roug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5270500"/>
            <a:ext cx="5048250" cy="381000"/>
          </a:xfrm>
          <a:prstGeom prst="rect">
            <a:avLst/>
          </a:prstGeom>
        </p:spPr>
      </p:pic>
      <p:pic>
        <p:nvPicPr>
          <p:cNvPr id="9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7207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5842000"/>
            <a:ext cx="3810000" cy="190500"/>
          </a:xfrm>
          <a:prstGeom prst="rect">
            <a:avLst/>
          </a:prstGeom>
        </p:spPr>
      </p:pic>
      <p:pic>
        <p:nvPicPr>
          <p:cNvPr id="4" name="!!map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" y="952500"/>
            <a:ext cx="6985000" cy="4127500"/>
          </a:xfrm>
          <a:prstGeom prst="rect">
            <a:avLst/>
          </a:prstGeom>
        </p:spPr>
      </p:pic>
      <p:pic>
        <p:nvPicPr>
          <p:cNvPr id="5" name="!!robot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9000" y="3111500"/>
            <a:ext cx="3556000" cy="2730500"/>
          </a:xfrm>
          <a:prstGeom prst="rect">
            <a:avLst/>
          </a:prstGeom>
        </p:spPr>
      </p:pic>
      <p:pic>
        <p:nvPicPr>
          <p:cNvPr id="6" name="!!say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635000"/>
            <a:ext cx="3556000" cy="1206500"/>
          </a:xfrm>
          <a:prstGeom prst="rect">
            <a:avLst/>
          </a:prstGeom>
        </p:spPr>
      </p:pic>
      <p:pic>
        <p:nvPicPr>
          <p:cNvPr id="7" name="!!say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1905000"/>
            <a:ext cx="3556000" cy="1682750"/>
          </a:xfrm>
          <a:prstGeom prst="rect">
            <a:avLst/>
          </a:prstGeom>
        </p:spPr>
      </p:pic>
      <p:pic>
        <p:nvPicPr>
          <p:cNvPr id="8" name="!!ok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3500" y="381000"/>
            <a:ext cx="349250" cy="285750"/>
          </a:xfrm>
          <a:prstGeom prst="rect">
            <a:avLst/>
          </a:prstGeom>
        </p:spPr>
      </p:pic>
      <p:pic>
        <p:nvPicPr>
          <p:cNvPr id="9" name="!!t_roug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270500"/>
            <a:ext cx="6699250" cy="317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715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5842000"/>
            <a:ext cx="3810000" cy="190500"/>
          </a:xfrm>
          <a:prstGeom prst="rect">
            <a:avLst/>
          </a:prstGeom>
        </p:spPr>
      </p:pic>
      <p:pic>
        <p:nvPicPr>
          <p:cNvPr id="4" name="!!win_s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079500"/>
            <a:ext cx="6350000" cy="1841500"/>
          </a:xfrm>
          <a:prstGeom prst="rect">
            <a:avLst/>
          </a:prstGeom>
        </p:spPr>
      </p:pic>
      <p:pic>
        <p:nvPicPr>
          <p:cNvPr id="5" name="!!win_s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3175000"/>
            <a:ext cx="6350000" cy="1841500"/>
          </a:xfrm>
          <a:prstGeom prst="rect">
            <a:avLst/>
          </a:prstGeom>
        </p:spPr>
      </p:pic>
      <p:pic>
        <p:nvPicPr>
          <p:cNvPr id="6" name="!!qs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651000"/>
            <a:ext cx="3810000" cy="730250"/>
          </a:xfrm>
          <a:prstGeom prst="rect">
            <a:avLst/>
          </a:prstGeom>
        </p:spPr>
      </p:pic>
      <p:pic>
        <p:nvPicPr>
          <p:cNvPr id="7" name="!!qs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746500"/>
            <a:ext cx="3810000" cy="730250"/>
          </a:xfrm>
          <a:prstGeom prst="rect">
            <a:avLst/>
          </a:prstGeom>
        </p:spPr>
      </p:pic>
      <p:pic>
        <p:nvPicPr>
          <p:cNvPr id="8" name="!!nos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0" y="1778000"/>
            <a:ext cx="857250" cy="571500"/>
          </a:xfrm>
          <a:prstGeom prst="rect">
            <a:avLst/>
          </a:prstGeom>
        </p:spPr>
      </p:pic>
      <p:pic>
        <p:nvPicPr>
          <p:cNvPr id="9" name="!!nos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0" y="3873500"/>
            <a:ext cx="857250" cy="571500"/>
          </a:xfrm>
          <a:prstGeom prst="rect">
            <a:avLst/>
          </a:prstGeom>
        </p:spPr>
      </p:pic>
      <p:pic>
        <p:nvPicPr>
          <p:cNvPr id="10" name="!!oks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250" y="1873250"/>
            <a:ext cx="349250" cy="285750"/>
          </a:xfrm>
          <a:prstGeom prst="rect">
            <a:avLst/>
          </a:prstGeom>
        </p:spPr>
      </p:pic>
      <p:pic>
        <p:nvPicPr>
          <p:cNvPr id="11" name="!!oks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250" y="3968750"/>
            <a:ext cx="349250" cy="28575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9000" y="3111500"/>
            <a:ext cx="3556000" cy="2730500"/>
          </a:xfrm>
          <a:prstGeom prst="rect">
            <a:avLst/>
          </a:prstGeom>
        </p:spPr>
      </p:pic>
      <p:pic>
        <p:nvPicPr>
          <p:cNvPr id="13" name="!!t_stric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2500" y="5270500"/>
            <a:ext cx="4984750" cy="8572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7048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0" y="5842000"/>
            <a:ext cx="3810000" cy="190500"/>
          </a:xfrm>
          <a:prstGeom prst="rect">
            <a:avLst/>
          </a:prstGeom>
        </p:spPr>
      </p:pic>
      <p:pic>
        <p:nvPicPr>
          <p:cNvPr id="4" name="!!win_s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079500"/>
            <a:ext cx="6350000" cy="1841500"/>
          </a:xfrm>
          <a:prstGeom prst="rect">
            <a:avLst/>
          </a:prstGeom>
        </p:spPr>
      </p:pic>
      <p:pic>
        <p:nvPicPr>
          <p:cNvPr id="5" name="!!win_s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3175000"/>
            <a:ext cx="6350000" cy="1841500"/>
          </a:xfrm>
          <a:prstGeom prst="rect">
            <a:avLst/>
          </a:prstGeom>
        </p:spPr>
      </p:pic>
      <p:pic>
        <p:nvPicPr>
          <p:cNvPr id="6" name="!!qs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651000"/>
            <a:ext cx="3810000" cy="730250"/>
          </a:xfrm>
          <a:prstGeom prst="rect">
            <a:avLst/>
          </a:prstGeom>
        </p:spPr>
      </p:pic>
      <p:pic>
        <p:nvPicPr>
          <p:cNvPr id="7" name="!!qs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746500"/>
            <a:ext cx="3810000" cy="730250"/>
          </a:xfrm>
          <a:prstGeom prst="rect">
            <a:avLst/>
          </a:prstGeom>
        </p:spPr>
      </p:pic>
      <p:pic>
        <p:nvPicPr>
          <p:cNvPr id="8" name="!!nos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0" y="1778000"/>
            <a:ext cx="857250" cy="571500"/>
          </a:xfrm>
          <a:prstGeom prst="rect">
            <a:avLst/>
          </a:prstGeom>
        </p:spPr>
      </p:pic>
      <p:pic>
        <p:nvPicPr>
          <p:cNvPr id="9" name="!!nos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0" y="3873500"/>
            <a:ext cx="857250" cy="571500"/>
          </a:xfrm>
          <a:prstGeom prst="rect">
            <a:avLst/>
          </a:prstGeom>
        </p:spPr>
      </p:pic>
      <p:pic>
        <p:nvPicPr>
          <p:cNvPr id="10" name="!!oks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250" y="1873250"/>
            <a:ext cx="349250" cy="285750"/>
          </a:xfrm>
          <a:prstGeom prst="rect">
            <a:avLst/>
          </a:prstGeom>
        </p:spPr>
      </p:pic>
      <p:pic>
        <p:nvPicPr>
          <p:cNvPr id="11" name="!!oks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250" y="3968750"/>
            <a:ext cx="349250" cy="28575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9000" y="3111500"/>
            <a:ext cx="3556000" cy="2730500"/>
          </a:xfrm>
          <a:prstGeom prst="rect">
            <a:avLst/>
          </a:prstGeom>
        </p:spPr>
      </p:pic>
      <p:pic>
        <p:nvPicPr>
          <p:cNvPr id="13" name="!!t_stric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2500" y="5270500"/>
            <a:ext cx="3714750" cy="7937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ch_f2tit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90500"/>
            <a:ext cx="7810500" cy="457200"/>
          </a:xfrm>
          <a:prstGeom prst="rect">
            <a:avLst/>
          </a:prstGeom>
        </p:spPr>
      </p:pic>
      <p:pic>
        <p:nvPicPr>
          <p:cNvPr id="4" name="!!ch_f2g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2921000"/>
            <a:ext cx="9753600" cy="63500"/>
          </a:xfrm>
          <a:prstGeom prst="rect">
            <a:avLst/>
          </a:prstGeom>
        </p:spPr>
      </p:pic>
      <p:pic>
        <p:nvPicPr>
          <p:cNvPr id="5" name="!!ch_f2y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00" y="2768600"/>
            <a:ext cx="457200" cy="254000"/>
          </a:xfrm>
          <a:prstGeom prst="rect">
            <a:avLst/>
          </a:prstGeom>
        </p:spPr>
      </p:pic>
      <p:pic>
        <p:nvPicPr>
          <p:cNvPr id="6" name="!!ch_f2g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6500" y="1651000"/>
            <a:ext cx="9753600" cy="63500"/>
          </a:xfrm>
          <a:prstGeom prst="rect">
            <a:avLst/>
          </a:prstGeom>
        </p:spPr>
      </p:pic>
      <p:pic>
        <p:nvPicPr>
          <p:cNvPr id="7" name="!!ch_f2y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" y="1498600"/>
            <a:ext cx="558800" cy="2540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6500" y="4191000"/>
            <a:ext cx="9753600" cy="63500"/>
          </a:xfrm>
          <a:prstGeom prst="rect">
            <a:avLst/>
          </a:prstGeom>
        </p:spPr>
      </p:pic>
      <p:pic>
        <p:nvPicPr>
          <p:cNvPr id="9" name="!!ch_f2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3500" y="2286000"/>
            <a:ext cx="381000" cy="1905000"/>
          </a:xfrm>
          <a:prstGeom prst="rect">
            <a:avLst/>
          </a:prstGeom>
        </p:spPr>
      </p:pic>
      <p:pic>
        <p:nvPicPr>
          <p:cNvPr id="10" name="!!ch_f2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900" y="4406900"/>
            <a:ext cx="254000" cy="1397000"/>
          </a:xfrm>
          <a:prstGeom prst="rect">
            <a:avLst/>
          </a:prstGeom>
        </p:spPr>
      </p:pic>
      <p:pic>
        <p:nvPicPr>
          <p:cNvPr id="11" name="!!ch_f2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43100" y="4064000"/>
            <a:ext cx="381000" cy="127000"/>
          </a:xfrm>
          <a:prstGeom prst="rect">
            <a:avLst/>
          </a:prstGeom>
        </p:spPr>
      </p:pic>
      <p:pic>
        <p:nvPicPr>
          <p:cNvPr id="12" name="!!ch_f2l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68500" y="4406900"/>
            <a:ext cx="254000" cy="2209800"/>
          </a:xfrm>
          <a:prstGeom prst="rect">
            <a:avLst/>
          </a:prstGeom>
        </p:spPr>
      </p:pic>
      <p:pic>
        <p:nvPicPr>
          <p:cNvPr id="13" name="!!ch_f2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52700" y="3746500"/>
            <a:ext cx="381000" cy="444500"/>
          </a:xfrm>
          <a:prstGeom prst="rect">
            <a:avLst/>
          </a:prstGeom>
        </p:spPr>
      </p:pic>
      <p:pic>
        <p:nvPicPr>
          <p:cNvPr id="14" name="!!ch_f2l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78100" y="4406900"/>
            <a:ext cx="254000" cy="1701800"/>
          </a:xfrm>
          <a:prstGeom prst="rect">
            <a:avLst/>
          </a:prstGeom>
        </p:spPr>
      </p:pic>
      <p:pic>
        <p:nvPicPr>
          <p:cNvPr id="15" name="!!ch_f2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62300" y="4127500"/>
            <a:ext cx="381000" cy="635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7700" y="4406900"/>
            <a:ext cx="304800" cy="2336800"/>
          </a:xfrm>
          <a:prstGeom prst="rect">
            <a:avLst/>
          </a:prstGeom>
        </p:spPr>
      </p:pic>
      <p:pic>
        <p:nvPicPr>
          <p:cNvPr id="17" name="!!ch_f2b4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71900" y="4127500"/>
            <a:ext cx="381000" cy="63500"/>
          </a:xfrm>
          <a:prstGeom prst="rect">
            <a:avLst/>
          </a:prstGeom>
        </p:spPr>
      </p:pic>
      <p:pic>
        <p:nvPicPr>
          <p:cNvPr id="18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7300" y="4178300"/>
            <a:ext cx="304800" cy="2616200"/>
          </a:xfrm>
          <a:prstGeom prst="rect">
            <a:avLst/>
          </a:prstGeom>
        </p:spPr>
      </p:pic>
      <p:pic>
        <p:nvPicPr>
          <p:cNvPr id="19" name="!!ch_f2b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81500" y="3873500"/>
            <a:ext cx="381000" cy="317500"/>
          </a:xfrm>
          <a:prstGeom prst="rect">
            <a:avLst/>
          </a:prstGeom>
        </p:spPr>
      </p:pic>
      <p:pic>
        <p:nvPicPr>
          <p:cNvPr id="20" name="!!ch_f2l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06900" y="4406900"/>
            <a:ext cx="304800" cy="2082800"/>
          </a:xfrm>
          <a:prstGeom prst="rect">
            <a:avLst/>
          </a:prstGeom>
        </p:spPr>
      </p:pic>
      <p:pic>
        <p:nvPicPr>
          <p:cNvPr id="21" name="!!ch_f2b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91100" y="4127500"/>
            <a:ext cx="381000" cy="63500"/>
          </a:xfrm>
          <a:prstGeom prst="rect">
            <a:avLst/>
          </a:prstGeom>
        </p:spPr>
      </p:pic>
      <p:pic>
        <p:nvPicPr>
          <p:cNvPr id="22" name="!!ch_f2l6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16500" y="4406900"/>
            <a:ext cx="304800" cy="1981200"/>
          </a:xfrm>
          <a:prstGeom prst="rect">
            <a:avLst/>
          </a:prstGeom>
        </p:spPr>
      </p:pic>
      <p:pic>
        <p:nvPicPr>
          <p:cNvPr id="23" name="!!ch_f2b7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00700" y="762000"/>
            <a:ext cx="381000" cy="3429000"/>
          </a:xfrm>
          <a:prstGeom prst="rect">
            <a:avLst/>
          </a:prstGeom>
        </p:spPr>
      </p:pic>
      <p:pic>
        <p:nvPicPr>
          <p:cNvPr id="24" name="!!ch_f2l7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26100" y="4406900"/>
            <a:ext cx="254000" cy="1854200"/>
          </a:xfrm>
          <a:prstGeom prst="rect">
            <a:avLst/>
          </a:prstGeom>
        </p:spPr>
      </p:pic>
      <p:pic>
        <p:nvPicPr>
          <p:cNvPr id="25" name="!!ch_f2b8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10300" y="4127500"/>
            <a:ext cx="381000" cy="63500"/>
          </a:xfrm>
          <a:prstGeom prst="rect">
            <a:avLst/>
          </a:prstGeom>
        </p:spPr>
      </p:pic>
      <p:pic>
        <p:nvPicPr>
          <p:cNvPr id="26" name="!!ch_f2l8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235700" y="4406900"/>
            <a:ext cx="304800" cy="2387600"/>
          </a:xfrm>
          <a:prstGeom prst="rect">
            <a:avLst/>
          </a:prstGeom>
        </p:spPr>
      </p:pic>
      <p:pic>
        <p:nvPicPr>
          <p:cNvPr id="27" name="!!ch_f2b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9900" y="4064000"/>
            <a:ext cx="381000" cy="127000"/>
          </a:xfrm>
          <a:prstGeom prst="rect">
            <a:avLst/>
          </a:prstGeom>
        </p:spPr>
      </p:pic>
      <p:pic>
        <p:nvPicPr>
          <p:cNvPr id="28" name="!!ch_f2l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45300" y="4406900"/>
            <a:ext cx="254000" cy="1879600"/>
          </a:xfrm>
          <a:prstGeom prst="rect">
            <a:avLst/>
          </a:prstGeom>
        </p:spPr>
      </p:pic>
      <p:pic>
        <p:nvPicPr>
          <p:cNvPr id="29" name="!!ch_f2b1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429500" y="2540000"/>
            <a:ext cx="381000" cy="1651000"/>
          </a:xfrm>
          <a:prstGeom prst="rect">
            <a:avLst/>
          </a:prstGeom>
        </p:spPr>
      </p:pic>
      <p:pic>
        <p:nvPicPr>
          <p:cNvPr id="30" name="!!ch_f2l10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454900" y="4406900"/>
            <a:ext cx="254000" cy="2159000"/>
          </a:xfrm>
          <a:prstGeom prst="rect">
            <a:avLst/>
          </a:prstGeom>
        </p:spPr>
      </p:pic>
      <p:pic>
        <p:nvPicPr>
          <p:cNvPr id="31" name="!!ch_f2b11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039100" y="3619500"/>
            <a:ext cx="381000" cy="571500"/>
          </a:xfrm>
          <a:prstGeom prst="rect">
            <a:avLst/>
          </a:prstGeom>
        </p:spPr>
      </p:pic>
      <p:pic>
        <p:nvPicPr>
          <p:cNvPr id="32" name="!!ch_f2l11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064500" y="4279900"/>
            <a:ext cx="254000" cy="2514600"/>
          </a:xfrm>
          <a:prstGeom prst="rect">
            <a:avLst/>
          </a:prstGeom>
        </p:spPr>
      </p:pic>
      <p:pic>
        <p:nvPicPr>
          <p:cNvPr id="33" name="!!ch_f2b1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48700" y="4127500"/>
            <a:ext cx="381000" cy="63500"/>
          </a:xfrm>
          <a:prstGeom prst="rect">
            <a:avLst/>
          </a:prstGeom>
        </p:spPr>
      </p:pic>
      <p:pic>
        <p:nvPicPr>
          <p:cNvPr id="34" name="!!ch_f2l12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674100" y="4406900"/>
            <a:ext cx="254000" cy="2260600"/>
          </a:xfrm>
          <a:prstGeom prst="rect">
            <a:avLst/>
          </a:prstGeom>
        </p:spPr>
      </p:pic>
      <p:pic>
        <p:nvPicPr>
          <p:cNvPr id="35" name="!!ch_f2b13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258300" y="3365500"/>
            <a:ext cx="381000" cy="825500"/>
          </a:xfrm>
          <a:prstGeom prst="rect">
            <a:avLst/>
          </a:prstGeom>
        </p:spPr>
      </p:pic>
      <p:pic>
        <p:nvPicPr>
          <p:cNvPr id="36" name="!!ch_f2l13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283700" y="4406900"/>
            <a:ext cx="254000" cy="2032000"/>
          </a:xfrm>
          <a:prstGeom prst="rect">
            <a:avLst/>
          </a:prstGeom>
        </p:spPr>
      </p:pic>
      <p:pic>
        <p:nvPicPr>
          <p:cNvPr id="37" name="!!ch_f2b14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867900" y="3683000"/>
            <a:ext cx="381000" cy="508000"/>
          </a:xfrm>
          <a:prstGeom prst="rect">
            <a:avLst/>
          </a:prstGeom>
        </p:spPr>
      </p:pic>
      <p:pic>
        <p:nvPicPr>
          <p:cNvPr id="38" name="!!ch_f2l1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893300" y="4406900"/>
            <a:ext cx="254000" cy="2133600"/>
          </a:xfrm>
          <a:prstGeom prst="rect">
            <a:avLst/>
          </a:prstGeom>
        </p:spPr>
      </p:pic>
      <p:pic>
        <p:nvPicPr>
          <p:cNvPr id="39" name="!!ch_f2b15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477500" y="3048000"/>
            <a:ext cx="381000" cy="1143000"/>
          </a:xfrm>
          <a:prstGeom prst="rect">
            <a:avLst/>
          </a:prstGeom>
        </p:spPr>
      </p:pic>
      <p:pic>
        <p:nvPicPr>
          <p:cNvPr id="40" name="!!ch_f2l15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502900" y="4406900"/>
            <a:ext cx="304800" cy="1371600"/>
          </a:xfrm>
          <a:prstGeom prst="rect">
            <a:avLst/>
          </a:prstGeom>
        </p:spPr>
      </p:pic>
      <p:pic>
        <p:nvPicPr>
          <p:cNvPr id="41" name="!!t_holds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588500" y="952500"/>
            <a:ext cx="2349500" cy="698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win_c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7500"/>
            <a:ext cx="4445000" cy="3111500"/>
          </a:xfrm>
          <a:prstGeom prst="rect">
            <a:avLst/>
          </a:prstGeom>
        </p:spPr>
      </p:pic>
      <p:pic>
        <p:nvPicPr>
          <p:cNvPr id="5" name="!!win_c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0" y="317500"/>
            <a:ext cx="4445000" cy="3111500"/>
          </a:xfrm>
          <a:prstGeom prst="rect">
            <a:avLst/>
          </a:prstGeom>
        </p:spPr>
      </p:pic>
      <p:pic>
        <p:nvPicPr>
          <p:cNvPr id="6" name="!!qc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952500"/>
            <a:ext cx="4064000" cy="1206500"/>
          </a:xfrm>
          <a:prstGeom prst="rect">
            <a:avLst/>
          </a:prstGeom>
        </p:spPr>
      </p:pic>
      <p:pic>
        <p:nvPicPr>
          <p:cNvPr id="7" name="!!trace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2349500"/>
            <a:ext cx="2730500" cy="762000"/>
          </a:xfrm>
          <a:prstGeom prst="rect">
            <a:avLst/>
          </a:prstGeom>
        </p:spPr>
      </p:pic>
      <p:pic>
        <p:nvPicPr>
          <p:cNvPr id="8" name="!!qc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500" y="952500"/>
            <a:ext cx="4064000" cy="1270000"/>
          </a:xfrm>
          <a:prstGeom prst="rect">
            <a:avLst/>
          </a:prstGeom>
        </p:spPr>
      </p:pic>
      <p:pic>
        <p:nvPicPr>
          <p:cNvPr id="9" name="!!trace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3000" y="2349500"/>
            <a:ext cx="2730500" cy="762000"/>
          </a:xfrm>
          <a:prstGeom prst="rect">
            <a:avLst/>
          </a:prstGeom>
        </p:spPr>
      </p:pic>
      <p:pic>
        <p:nvPicPr>
          <p:cNvPr id="10" name="!!noc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78250" y="2540000"/>
            <a:ext cx="857250" cy="571500"/>
          </a:xfrm>
          <a:prstGeom prst="rect">
            <a:avLst/>
          </a:prstGeom>
        </p:spPr>
      </p:pic>
      <p:pic>
        <p:nvPicPr>
          <p:cNvPr id="11" name="!!noc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9250" y="2540000"/>
            <a:ext cx="857250" cy="571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4794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556000"/>
            <a:ext cx="2730500" cy="2286000"/>
          </a:xfrm>
          <a:prstGeom prst="rect">
            <a:avLst/>
          </a:prstGeom>
        </p:spPr>
      </p:pic>
      <p:pic>
        <p:nvPicPr>
          <p:cNvPr id="5" name="!!compas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4064000"/>
            <a:ext cx="1492250" cy="1492250"/>
          </a:xfrm>
          <a:prstGeom prst="rect">
            <a:avLst/>
          </a:prstGeom>
        </p:spPr>
      </p:pic>
      <p:pic>
        <p:nvPicPr>
          <p:cNvPr id="6" name="!!q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0" y="3746500"/>
            <a:ext cx="571500" cy="698500"/>
          </a:xfrm>
          <a:prstGeom prst="rect">
            <a:avLst/>
          </a:prstGeom>
        </p:spPr>
      </p:pic>
      <p:pic>
        <p:nvPicPr>
          <p:cNvPr id="7" name="!!q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4445000"/>
            <a:ext cx="571500" cy="698500"/>
          </a:xfrm>
          <a:prstGeom prst="rect">
            <a:avLst/>
          </a:prstGeom>
        </p:spPr>
      </p:pic>
      <p:pic>
        <p:nvPicPr>
          <p:cNvPr id="8" name="!!win_c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000" y="317500"/>
            <a:ext cx="4445000" cy="3111500"/>
          </a:xfrm>
          <a:prstGeom prst="rect">
            <a:avLst/>
          </a:prstGeom>
        </p:spPr>
      </p:pic>
      <p:pic>
        <p:nvPicPr>
          <p:cNvPr id="9" name="!!win_c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0" y="317500"/>
            <a:ext cx="4445000" cy="3111500"/>
          </a:xfrm>
          <a:prstGeom prst="rect">
            <a:avLst/>
          </a:prstGeom>
        </p:spPr>
      </p:pic>
      <p:pic>
        <p:nvPicPr>
          <p:cNvPr id="10" name="!!qc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" y="952500"/>
            <a:ext cx="4064000" cy="1206500"/>
          </a:xfrm>
          <a:prstGeom prst="rect">
            <a:avLst/>
          </a:prstGeom>
        </p:spPr>
      </p:pic>
      <p:pic>
        <p:nvPicPr>
          <p:cNvPr id="11" name="!!trace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2349500"/>
            <a:ext cx="2730500" cy="762000"/>
          </a:xfrm>
          <a:prstGeom prst="rect">
            <a:avLst/>
          </a:prstGeom>
        </p:spPr>
      </p:pic>
      <p:pic>
        <p:nvPicPr>
          <p:cNvPr id="12" name="!!qc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0" y="952500"/>
            <a:ext cx="4064000" cy="1270000"/>
          </a:xfrm>
          <a:prstGeom prst="rect">
            <a:avLst/>
          </a:prstGeom>
        </p:spPr>
      </p:pic>
      <p:pic>
        <p:nvPicPr>
          <p:cNvPr id="13" name="!!trace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3000" y="2349500"/>
            <a:ext cx="2730500" cy="762000"/>
          </a:xfrm>
          <a:prstGeom prst="rect">
            <a:avLst/>
          </a:prstGeom>
        </p:spPr>
      </p:pic>
      <p:pic>
        <p:nvPicPr>
          <p:cNvPr id="14" name="!!noc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8250" y="2540000"/>
            <a:ext cx="857250" cy="571500"/>
          </a:xfrm>
          <a:prstGeom prst="rect">
            <a:avLst/>
          </a:prstGeom>
        </p:spPr>
      </p:pic>
      <p:pic>
        <p:nvPicPr>
          <p:cNvPr id="15" name="!!noc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9250" y="2540000"/>
            <a:ext cx="857250" cy="5715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904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556000"/>
            <a:ext cx="2730500" cy="2286000"/>
          </a:xfrm>
          <a:prstGeom prst="rect">
            <a:avLst/>
          </a:prstGeom>
        </p:spPr>
      </p:pic>
      <p:pic>
        <p:nvPicPr>
          <p:cNvPr id="5" name="!!compas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4064000"/>
            <a:ext cx="1492250" cy="1492250"/>
          </a:xfrm>
          <a:prstGeom prst="rect">
            <a:avLst/>
          </a:prstGeom>
        </p:spPr>
      </p:pic>
      <p:pic>
        <p:nvPicPr>
          <p:cNvPr id="6" name="!!q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4445000"/>
            <a:ext cx="571500" cy="698500"/>
          </a:xfrm>
          <a:prstGeom prst="rect">
            <a:avLst/>
          </a:prstGeom>
        </p:spPr>
      </p:pic>
      <p:pic>
        <p:nvPicPr>
          <p:cNvPr id="7" name="!!win_c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000" y="317500"/>
            <a:ext cx="4445000" cy="3111500"/>
          </a:xfrm>
          <a:prstGeom prst="rect">
            <a:avLst/>
          </a:prstGeom>
        </p:spPr>
      </p:pic>
      <p:pic>
        <p:nvPicPr>
          <p:cNvPr id="8" name="!!win_c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0" y="317500"/>
            <a:ext cx="4445000" cy="3111500"/>
          </a:xfrm>
          <a:prstGeom prst="rect">
            <a:avLst/>
          </a:prstGeom>
        </p:spPr>
      </p:pic>
      <p:pic>
        <p:nvPicPr>
          <p:cNvPr id="9" name="!!qc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" y="952500"/>
            <a:ext cx="4064000" cy="1206500"/>
          </a:xfrm>
          <a:prstGeom prst="rect">
            <a:avLst/>
          </a:prstGeom>
        </p:spPr>
      </p:pic>
      <p:pic>
        <p:nvPicPr>
          <p:cNvPr id="10" name="!!trace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2349500"/>
            <a:ext cx="2730500" cy="762000"/>
          </a:xfrm>
          <a:prstGeom prst="rect">
            <a:avLst/>
          </a:prstGeom>
        </p:spPr>
      </p:pic>
      <p:pic>
        <p:nvPicPr>
          <p:cNvPr id="11" name="!!qc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0" y="952500"/>
            <a:ext cx="4064000" cy="1270000"/>
          </a:xfrm>
          <a:prstGeom prst="rect">
            <a:avLst/>
          </a:prstGeom>
        </p:spPr>
      </p:pic>
      <p:pic>
        <p:nvPicPr>
          <p:cNvPr id="12" name="!!trace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3000" y="2349500"/>
            <a:ext cx="2730500" cy="762000"/>
          </a:xfrm>
          <a:prstGeom prst="rect">
            <a:avLst/>
          </a:prstGeom>
        </p:spPr>
      </p:pic>
      <p:pic>
        <p:nvPicPr>
          <p:cNvPr id="13" name="!!noc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8250" y="2540000"/>
            <a:ext cx="857250" cy="571500"/>
          </a:xfrm>
          <a:prstGeom prst="rect">
            <a:avLst/>
          </a:prstGeom>
        </p:spPr>
      </p:pic>
      <p:pic>
        <p:nvPicPr>
          <p:cNvPr id="14" name="!!noc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9250" y="2540000"/>
            <a:ext cx="857250" cy="57150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6" name="!!t_lean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0500" y="5905500"/>
            <a:ext cx="4730750" cy="793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556000"/>
            <a:ext cx="2730500" cy="2286000"/>
          </a:xfrm>
          <a:prstGeom prst="rect">
            <a:avLst/>
          </a:prstGeom>
        </p:spPr>
      </p:pic>
      <p:pic>
        <p:nvPicPr>
          <p:cNvPr id="5" name="!!compas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4064000"/>
            <a:ext cx="1492250" cy="1492250"/>
          </a:xfrm>
          <a:prstGeom prst="rect">
            <a:avLst/>
          </a:prstGeom>
        </p:spPr>
      </p:pic>
      <p:pic>
        <p:nvPicPr>
          <p:cNvPr id="6" name="!!win_c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317500"/>
            <a:ext cx="4445000" cy="3111500"/>
          </a:xfrm>
          <a:prstGeom prst="rect">
            <a:avLst/>
          </a:prstGeom>
        </p:spPr>
      </p:pic>
      <p:pic>
        <p:nvPicPr>
          <p:cNvPr id="7" name="!!win_c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0" y="317500"/>
            <a:ext cx="4445000" cy="3111500"/>
          </a:xfrm>
          <a:prstGeom prst="rect">
            <a:avLst/>
          </a:prstGeom>
        </p:spPr>
      </p:pic>
      <p:pic>
        <p:nvPicPr>
          <p:cNvPr id="8" name="!!qc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" y="952500"/>
            <a:ext cx="4064000" cy="1206500"/>
          </a:xfrm>
          <a:prstGeom prst="rect">
            <a:avLst/>
          </a:prstGeom>
        </p:spPr>
      </p:pic>
      <p:pic>
        <p:nvPicPr>
          <p:cNvPr id="9" name="!!trace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2349500"/>
            <a:ext cx="2730500" cy="762000"/>
          </a:xfrm>
          <a:prstGeom prst="rect">
            <a:avLst/>
          </a:prstGeom>
        </p:spPr>
      </p:pic>
      <p:pic>
        <p:nvPicPr>
          <p:cNvPr id="10" name="!!qc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9500" y="952500"/>
            <a:ext cx="4064000" cy="1270000"/>
          </a:xfrm>
          <a:prstGeom prst="rect">
            <a:avLst/>
          </a:prstGeom>
        </p:spPr>
      </p:pic>
      <p:pic>
        <p:nvPicPr>
          <p:cNvPr id="11" name="!!trace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3000" y="2349500"/>
            <a:ext cx="2730500" cy="762000"/>
          </a:xfrm>
          <a:prstGeom prst="rect">
            <a:avLst/>
          </a:prstGeom>
        </p:spPr>
      </p:pic>
      <p:pic>
        <p:nvPicPr>
          <p:cNvPr id="12" name="!!noc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78250" y="2540000"/>
            <a:ext cx="857250" cy="571500"/>
          </a:xfrm>
          <a:prstGeom prst="rect">
            <a:avLst/>
          </a:prstGeom>
        </p:spPr>
      </p:pic>
      <p:pic>
        <p:nvPicPr>
          <p:cNvPr id="13" name="!!noc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09250" y="2540000"/>
            <a:ext cx="857250" cy="5715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5" name="!!t_lea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0500" y="5905500"/>
            <a:ext cx="4730750" cy="793750"/>
          </a:xfrm>
          <a:prstGeom prst="rect">
            <a:avLst/>
          </a:prstGeom>
        </p:spPr>
      </p:pic>
      <p:pic>
        <p:nvPicPr>
          <p:cNvPr id="16" name="!!t_stric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86750" y="5905500"/>
            <a:ext cx="3365500" cy="793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556000"/>
            <a:ext cx="2730500" cy="2286000"/>
          </a:xfrm>
          <a:prstGeom prst="rect">
            <a:avLst/>
          </a:prstGeom>
        </p:spPr>
      </p:pic>
      <p:pic>
        <p:nvPicPr>
          <p:cNvPr id="5" name="!!compas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4064000"/>
            <a:ext cx="1492250" cy="1492250"/>
          </a:xfrm>
          <a:prstGeom prst="rect">
            <a:avLst/>
          </a:prstGeom>
        </p:spPr>
      </p:pic>
      <p:pic>
        <p:nvPicPr>
          <p:cNvPr id="6" name="!!win_c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317500"/>
            <a:ext cx="4445000" cy="3111500"/>
          </a:xfrm>
          <a:prstGeom prst="rect">
            <a:avLst/>
          </a:prstGeom>
        </p:spPr>
      </p:pic>
      <p:pic>
        <p:nvPicPr>
          <p:cNvPr id="7" name="!!qc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" y="952500"/>
            <a:ext cx="4064000" cy="1206500"/>
          </a:xfrm>
          <a:prstGeom prst="rect">
            <a:avLst/>
          </a:prstGeom>
        </p:spPr>
      </p:pic>
      <p:pic>
        <p:nvPicPr>
          <p:cNvPr id="8" name="!!trace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2349500"/>
            <a:ext cx="2730500" cy="762000"/>
          </a:xfrm>
          <a:prstGeom prst="rect">
            <a:avLst/>
          </a:prstGeom>
        </p:spPr>
      </p:pic>
      <p:pic>
        <p:nvPicPr>
          <p:cNvPr id="9" name="!!noc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8250" y="2540000"/>
            <a:ext cx="857250" cy="5715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61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4" name="!!scal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3556000"/>
            <a:ext cx="2730500" cy="2286000"/>
          </a:xfrm>
          <a:prstGeom prst="rect">
            <a:avLst/>
          </a:prstGeom>
        </p:spPr>
      </p:pic>
      <p:pic>
        <p:nvPicPr>
          <p:cNvPr id="5" name="!!compas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4064000"/>
            <a:ext cx="1492250" cy="1492250"/>
          </a:xfrm>
          <a:prstGeom prst="rect">
            <a:avLst/>
          </a:prstGeom>
        </p:spPr>
      </p:pic>
      <p:pic>
        <p:nvPicPr>
          <p:cNvPr id="6" name="!!win_c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317500"/>
            <a:ext cx="4445000" cy="3111500"/>
          </a:xfrm>
          <a:prstGeom prst="rect">
            <a:avLst/>
          </a:prstGeom>
        </p:spPr>
      </p:pic>
      <p:pic>
        <p:nvPicPr>
          <p:cNvPr id="7" name="!!win_c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0" y="317500"/>
            <a:ext cx="4445000" cy="3111500"/>
          </a:xfrm>
          <a:prstGeom prst="rect">
            <a:avLst/>
          </a:prstGeom>
        </p:spPr>
      </p:pic>
      <p:pic>
        <p:nvPicPr>
          <p:cNvPr id="8" name="!!qc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00" y="952500"/>
            <a:ext cx="4064000" cy="1206500"/>
          </a:xfrm>
          <a:prstGeom prst="rect">
            <a:avLst/>
          </a:prstGeom>
        </p:spPr>
      </p:pic>
      <p:pic>
        <p:nvPicPr>
          <p:cNvPr id="9" name="!!trace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2349500"/>
            <a:ext cx="2730500" cy="762000"/>
          </a:xfrm>
          <a:prstGeom prst="rect">
            <a:avLst/>
          </a:prstGeom>
        </p:spPr>
      </p:pic>
      <p:pic>
        <p:nvPicPr>
          <p:cNvPr id="10" name="!!qc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9500" y="952500"/>
            <a:ext cx="4064000" cy="1270000"/>
          </a:xfrm>
          <a:prstGeom prst="rect">
            <a:avLst/>
          </a:prstGeom>
        </p:spPr>
      </p:pic>
      <p:pic>
        <p:nvPicPr>
          <p:cNvPr id="11" name="!!trace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3000" y="2349500"/>
            <a:ext cx="2730500" cy="762000"/>
          </a:xfrm>
          <a:prstGeom prst="rect">
            <a:avLst/>
          </a:prstGeom>
        </p:spPr>
      </p:pic>
      <p:pic>
        <p:nvPicPr>
          <p:cNvPr id="12" name="!!link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587500"/>
            <a:ext cx="2032000" cy="349250"/>
          </a:xfrm>
          <a:prstGeom prst="rect">
            <a:avLst/>
          </a:prstGeom>
        </p:spPr>
      </p:pic>
      <p:pic>
        <p:nvPicPr>
          <p:cNvPr id="13" name="!!noc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8250" y="2540000"/>
            <a:ext cx="857250" cy="571500"/>
          </a:xfrm>
          <a:prstGeom prst="rect">
            <a:avLst/>
          </a:prstGeom>
        </p:spPr>
      </p:pic>
      <p:pic>
        <p:nvPicPr>
          <p:cNvPr id="14" name="!!noc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9250" y="2540000"/>
            <a:ext cx="857250" cy="571500"/>
          </a:xfrm>
          <a:prstGeom prst="rect">
            <a:avLst/>
          </a:prstGeom>
        </p:spPr>
      </p:pic>
      <p:pic>
        <p:nvPicPr>
          <p:cNvPr id="15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676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floo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4381500"/>
            <a:ext cx="4762500" cy="190500"/>
          </a:xfrm>
          <a:prstGeom prst="rect">
            <a:avLst/>
          </a:prstGeom>
        </p:spPr>
      </p:pic>
      <p:pic>
        <p:nvPicPr>
          <p:cNvPr id="4" name="!!robo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1651000"/>
            <a:ext cx="3556000" cy="2730500"/>
          </a:xfrm>
          <a:prstGeom prst="rect">
            <a:avLst/>
          </a:prstGeom>
        </p:spPr>
      </p:pic>
      <p:pic>
        <p:nvPicPr>
          <p:cNvPr id="5" name="!!t_thanks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1000" y="317500"/>
            <a:ext cx="6350000" cy="1238250"/>
          </a:xfrm>
          <a:prstGeom prst="rect">
            <a:avLst/>
          </a:prstGeom>
        </p:spPr>
      </p:pic>
      <p:pic>
        <p:nvPicPr>
          <p:cNvPr id="6" name="!!names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9500" y="4762500"/>
            <a:ext cx="4953000" cy="317500"/>
          </a:xfrm>
          <a:prstGeom prst="rect">
            <a:avLst/>
          </a:prstGeom>
        </p:spPr>
      </p:pic>
      <p:pic>
        <p:nvPicPr>
          <p:cNvPr id="7" name="!!rep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6875" y="5588000"/>
            <a:ext cx="6318250" cy="349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