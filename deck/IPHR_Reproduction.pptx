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own,</a:t>
            </a:r>
          </a:p>
          <a:p/>
          <a:p>
            <a:r>
              <a:t>NEXT: yet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small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small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 and Llama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and Llama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a different model behind the same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a different model behind the same name.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just as often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just as often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top and bottom of the ranking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top and bottom of the ranking swap.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It often says it is unsure and answers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often says it is unsure and answers anyway.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about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about 140.</a:t>
            </a:r>
          </a:p>
          <a:p/>
          <a:p>
            <a:r>
              <a:t>NEXT: One sentence saying that anywhere further west counts cuts them to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saying that anywhere further west counts cuts them to 31.</a:t>
            </a:r>
          </a:p>
          <a:p/>
          <a:p>
            <a:r>
              <a:t>NEXT: The opposite sentence, that only directly west counts,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opposite sentence, that only directly west counts,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Every model's lean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model's lean repeats.</a:t>
            </a:r>
          </a:p>
          <a:p/>
          <a:p>
            <a:r>
              <a:t>NEXT: The flag counts repeat for GPT-4o mini and 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 counts repeat for GPT-4o mini and Llama.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3.png"/><Relationship Id="rId1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19.png"/><Relationship Id="rId16" Type="http://schemas.openxmlformats.org/officeDocument/2006/relationships/image" Target="../media/image28.png"/><Relationship Id="rId1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24.pn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31.png"/><Relationship Id="rId17" Type="http://schemas.openxmlformats.org/officeDocument/2006/relationships/image" Target="../media/image19.png"/><Relationship Id="rId18" Type="http://schemas.openxmlformats.org/officeDocument/2006/relationships/image" Target="../media/image32.png"/><Relationship Id="rId1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35.png"/><Relationship Id="rId19" Type="http://schemas.openxmlformats.org/officeDocument/2006/relationships/image" Target="../media/image19.png"/><Relationship Id="rId20" Type="http://schemas.openxmlformats.org/officeDocument/2006/relationships/image" Target="../media/image36.png"/><Relationship Id="rId2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37.png"/><Relationship Id="rId19" Type="http://schemas.openxmlformats.org/officeDocument/2006/relationships/image" Target="../media/image38.png"/><Relationship Id="rId20" Type="http://schemas.openxmlformats.org/officeDocument/2006/relationships/image" Target="../media/image19.png"/><Relationship Id="rId21" Type="http://schemas.openxmlformats.org/officeDocument/2006/relationships/image" Target="../media/image39.png"/><Relationship Id="rId2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40.png"/><Relationship Id="rId5" Type="http://schemas.openxmlformats.org/officeDocument/2006/relationships/image" Target="../media/image11.png"/><Relationship Id="rId6" Type="http://schemas.openxmlformats.org/officeDocument/2006/relationships/image" Target="../media/image16.png"/><Relationship Id="rId7" Type="http://schemas.openxmlformats.org/officeDocument/2006/relationships/image" Target="../media/image12.png"/><Relationship Id="rId8" Type="http://schemas.openxmlformats.org/officeDocument/2006/relationships/image" Target="../media/image17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37.png"/><Relationship Id="rId19" Type="http://schemas.openxmlformats.org/officeDocument/2006/relationships/image" Target="../media/image41.png"/><Relationship Id="rId20" Type="http://schemas.openxmlformats.org/officeDocument/2006/relationships/image" Target="../media/image42.png"/><Relationship Id="rId2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0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0.png"/><Relationship Id="rId9" Type="http://schemas.openxmlformats.org/officeDocument/2006/relationships/image" Target="../media/image51.png"/><Relationship Id="rId10" Type="http://schemas.openxmlformats.org/officeDocument/2006/relationships/image" Target="../media/image49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63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Relationship Id="rId1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0.png"/><Relationship Id="rId8" Type="http://schemas.openxmlformats.org/officeDocument/2006/relationships/image" Target="../media/image67.png"/><Relationship Id="rId9" Type="http://schemas.openxmlformats.org/officeDocument/2006/relationships/image" Target="../media/image68.png"/><Relationship Id="rId10" Type="http://schemas.openxmlformats.org/officeDocument/2006/relationships/image" Target="../media/image6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64.png"/><Relationship Id="rId16" Type="http://schemas.openxmlformats.org/officeDocument/2006/relationships/image" Target="../media/image65.png"/><Relationship Id="rId17" Type="http://schemas.openxmlformats.org/officeDocument/2006/relationships/image" Target="../media/image70.png"/><Relationship Id="rId1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80.png"/><Relationship Id="rId14" Type="http://schemas.openxmlformats.org/officeDocument/2006/relationships/image" Target="../media/image81.png"/><Relationship Id="rId15" Type="http://schemas.openxmlformats.org/officeDocument/2006/relationships/image" Target="../media/image82.png"/><Relationship Id="rId16" Type="http://schemas.openxmlformats.org/officeDocument/2006/relationships/image" Target="../media/image83.png"/><Relationship Id="rId17" Type="http://schemas.openxmlformats.org/officeDocument/2006/relationships/image" Target="../media/image84.png"/><Relationship Id="rId18" Type="http://schemas.openxmlformats.org/officeDocument/2006/relationships/image" Target="../media/image85.png"/><Relationship Id="rId19" Type="http://schemas.openxmlformats.org/officeDocument/2006/relationships/image" Target="../media/image86.png"/><Relationship Id="rId20" Type="http://schemas.openxmlformats.org/officeDocument/2006/relationships/image" Target="../media/image87.png"/><Relationship Id="rId21" Type="http://schemas.openxmlformats.org/officeDocument/2006/relationships/image" Target="../media/image88.png"/><Relationship Id="rId22" Type="http://schemas.openxmlformats.org/officeDocument/2006/relationships/image" Target="../media/image89.png"/><Relationship Id="rId23" Type="http://schemas.openxmlformats.org/officeDocument/2006/relationships/image" Target="../media/image90.png"/><Relationship Id="rId24" Type="http://schemas.openxmlformats.org/officeDocument/2006/relationships/image" Target="../media/image91.png"/><Relationship Id="rId25" Type="http://schemas.openxmlformats.org/officeDocument/2006/relationships/image" Target="../media/image92.png"/><Relationship Id="rId26" Type="http://schemas.openxmlformats.org/officeDocument/2006/relationships/image" Target="../media/image93.png"/><Relationship Id="rId27" Type="http://schemas.openxmlformats.org/officeDocument/2006/relationships/image" Target="../media/image63.png"/><Relationship Id="rId2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94.png"/><Relationship Id="rId12" Type="http://schemas.openxmlformats.org/officeDocument/2006/relationships/image" Target="../media/image78.png"/><Relationship Id="rId13" Type="http://schemas.openxmlformats.org/officeDocument/2006/relationships/image" Target="../media/image95.png"/><Relationship Id="rId14" Type="http://schemas.openxmlformats.org/officeDocument/2006/relationships/image" Target="../media/image79.png"/><Relationship Id="rId15" Type="http://schemas.openxmlformats.org/officeDocument/2006/relationships/image" Target="../media/image96.png"/><Relationship Id="rId16" Type="http://schemas.openxmlformats.org/officeDocument/2006/relationships/image" Target="../media/image80.png"/><Relationship Id="rId17" Type="http://schemas.openxmlformats.org/officeDocument/2006/relationships/image" Target="../media/image97.png"/><Relationship Id="rId18" Type="http://schemas.openxmlformats.org/officeDocument/2006/relationships/image" Target="../media/image81.png"/><Relationship Id="rId19" Type="http://schemas.openxmlformats.org/officeDocument/2006/relationships/image" Target="../media/image98.png"/><Relationship Id="rId20" Type="http://schemas.openxmlformats.org/officeDocument/2006/relationships/image" Target="../media/image82.png"/><Relationship Id="rId21" Type="http://schemas.openxmlformats.org/officeDocument/2006/relationships/image" Target="../media/image99.png"/><Relationship Id="rId22" Type="http://schemas.openxmlformats.org/officeDocument/2006/relationships/image" Target="../media/image83.png"/><Relationship Id="rId23" Type="http://schemas.openxmlformats.org/officeDocument/2006/relationships/image" Target="../media/image100.png"/><Relationship Id="rId24" Type="http://schemas.openxmlformats.org/officeDocument/2006/relationships/image" Target="../media/image84.png"/><Relationship Id="rId25" Type="http://schemas.openxmlformats.org/officeDocument/2006/relationships/image" Target="../media/image85.png"/><Relationship Id="rId26" Type="http://schemas.openxmlformats.org/officeDocument/2006/relationships/image" Target="../media/image101.png"/><Relationship Id="rId27" Type="http://schemas.openxmlformats.org/officeDocument/2006/relationships/image" Target="../media/image86.png"/><Relationship Id="rId28" Type="http://schemas.openxmlformats.org/officeDocument/2006/relationships/image" Target="../media/image102.png"/><Relationship Id="rId29" Type="http://schemas.openxmlformats.org/officeDocument/2006/relationships/image" Target="../media/image87.png"/><Relationship Id="rId30" Type="http://schemas.openxmlformats.org/officeDocument/2006/relationships/image" Target="../media/image103.png"/><Relationship Id="rId31" Type="http://schemas.openxmlformats.org/officeDocument/2006/relationships/image" Target="../media/image88.png"/><Relationship Id="rId32" Type="http://schemas.openxmlformats.org/officeDocument/2006/relationships/image" Target="../media/image89.png"/><Relationship Id="rId33" Type="http://schemas.openxmlformats.org/officeDocument/2006/relationships/image" Target="../media/image104.png"/><Relationship Id="rId34" Type="http://schemas.openxmlformats.org/officeDocument/2006/relationships/image" Target="../media/image90.png"/><Relationship Id="rId35" Type="http://schemas.openxmlformats.org/officeDocument/2006/relationships/image" Target="../media/image91.png"/><Relationship Id="rId36" Type="http://schemas.openxmlformats.org/officeDocument/2006/relationships/image" Target="../media/image105.png"/><Relationship Id="rId37" Type="http://schemas.openxmlformats.org/officeDocument/2006/relationships/image" Target="../media/image92.png"/><Relationship Id="rId38" Type="http://schemas.openxmlformats.org/officeDocument/2006/relationships/image" Target="../media/image106.png"/><Relationship Id="rId39" Type="http://schemas.openxmlformats.org/officeDocument/2006/relationships/image" Target="../media/image93.png"/><Relationship Id="rId40" Type="http://schemas.openxmlformats.org/officeDocument/2006/relationships/image" Target="../media/image107.png"/><Relationship Id="rId4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108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94.png"/><Relationship Id="rId13" Type="http://schemas.openxmlformats.org/officeDocument/2006/relationships/image" Target="../media/image78.png"/><Relationship Id="rId14" Type="http://schemas.openxmlformats.org/officeDocument/2006/relationships/image" Target="../media/image95.png"/><Relationship Id="rId15" Type="http://schemas.openxmlformats.org/officeDocument/2006/relationships/image" Target="../media/image109.png"/><Relationship Id="rId16" Type="http://schemas.openxmlformats.org/officeDocument/2006/relationships/image" Target="../media/image79.png"/><Relationship Id="rId17" Type="http://schemas.openxmlformats.org/officeDocument/2006/relationships/image" Target="../media/image96.png"/><Relationship Id="rId18" Type="http://schemas.openxmlformats.org/officeDocument/2006/relationships/image" Target="../media/image80.png"/><Relationship Id="rId19" Type="http://schemas.openxmlformats.org/officeDocument/2006/relationships/image" Target="../media/image97.png"/><Relationship Id="rId20" Type="http://schemas.openxmlformats.org/officeDocument/2006/relationships/image" Target="../media/image81.png"/><Relationship Id="rId21" Type="http://schemas.openxmlformats.org/officeDocument/2006/relationships/image" Target="../media/image98.png"/><Relationship Id="rId22" Type="http://schemas.openxmlformats.org/officeDocument/2006/relationships/image" Target="../media/image82.png"/><Relationship Id="rId23" Type="http://schemas.openxmlformats.org/officeDocument/2006/relationships/image" Target="../media/image99.png"/><Relationship Id="rId24" Type="http://schemas.openxmlformats.org/officeDocument/2006/relationships/image" Target="../media/image83.png"/><Relationship Id="rId25" Type="http://schemas.openxmlformats.org/officeDocument/2006/relationships/image" Target="../media/image100.png"/><Relationship Id="rId26" Type="http://schemas.openxmlformats.org/officeDocument/2006/relationships/image" Target="../media/image84.png"/><Relationship Id="rId27" Type="http://schemas.openxmlformats.org/officeDocument/2006/relationships/image" Target="../media/image85.png"/><Relationship Id="rId28" Type="http://schemas.openxmlformats.org/officeDocument/2006/relationships/image" Target="../media/image101.png"/><Relationship Id="rId29" Type="http://schemas.openxmlformats.org/officeDocument/2006/relationships/image" Target="../media/image86.png"/><Relationship Id="rId30" Type="http://schemas.openxmlformats.org/officeDocument/2006/relationships/image" Target="../media/image102.png"/><Relationship Id="rId31" Type="http://schemas.openxmlformats.org/officeDocument/2006/relationships/image" Target="../media/image87.png"/><Relationship Id="rId32" Type="http://schemas.openxmlformats.org/officeDocument/2006/relationships/image" Target="../media/image103.png"/><Relationship Id="rId33" Type="http://schemas.openxmlformats.org/officeDocument/2006/relationships/image" Target="../media/image88.png"/><Relationship Id="rId34" Type="http://schemas.openxmlformats.org/officeDocument/2006/relationships/image" Target="../media/image89.png"/><Relationship Id="rId35" Type="http://schemas.openxmlformats.org/officeDocument/2006/relationships/image" Target="../media/image104.png"/><Relationship Id="rId36" Type="http://schemas.openxmlformats.org/officeDocument/2006/relationships/image" Target="../media/image90.png"/><Relationship Id="rId37" Type="http://schemas.openxmlformats.org/officeDocument/2006/relationships/image" Target="../media/image91.png"/><Relationship Id="rId38" Type="http://schemas.openxmlformats.org/officeDocument/2006/relationships/image" Target="../media/image105.png"/><Relationship Id="rId39" Type="http://schemas.openxmlformats.org/officeDocument/2006/relationships/image" Target="../media/image92.png"/><Relationship Id="rId40" Type="http://schemas.openxmlformats.org/officeDocument/2006/relationships/image" Target="../media/image106.png"/><Relationship Id="rId41" Type="http://schemas.openxmlformats.org/officeDocument/2006/relationships/image" Target="../media/image93.png"/><Relationship Id="rId42" Type="http://schemas.openxmlformats.org/officeDocument/2006/relationships/image" Target="../media/image110.png"/><Relationship Id="rId43" Type="http://schemas.openxmlformats.org/officeDocument/2006/relationships/image" Target="../media/image111.png"/><Relationship Id="rId4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112.png"/><Relationship Id="rId8" Type="http://schemas.openxmlformats.org/officeDocument/2006/relationships/image" Target="../media/image113.png"/><Relationship Id="rId9" Type="http://schemas.openxmlformats.org/officeDocument/2006/relationships/image" Target="../media/image114.png"/><Relationship Id="rId10" Type="http://schemas.openxmlformats.org/officeDocument/2006/relationships/image" Target="../media/image115.png"/><Relationship Id="rId11" Type="http://schemas.openxmlformats.org/officeDocument/2006/relationships/image" Target="../media/image116.png"/><Relationship Id="rId12" Type="http://schemas.openxmlformats.org/officeDocument/2006/relationships/image" Target="../media/image117.png"/><Relationship Id="rId13" Type="http://schemas.openxmlformats.org/officeDocument/2006/relationships/image" Target="../media/image118.png"/><Relationship Id="rId14" Type="http://schemas.openxmlformats.org/officeDocument/2006/relationships/image" Target="../media/image119.png"/><Relationship Id="rId15" Type="http://schemas.openxmlformats.org/officeDocument/2006/relationships/image" Target="../media/image74.png"/><Relationship Id="rId16" Type="http://schemas.openxmlformats.org/officeDocument/2006/relationships/image" Target="../media/image75.png"/><Relationship Id="rId17" Type="http://schemas.openxmlformats.org/officeDocument/2006/relationships/image" Target="../media/image76.png"/><Relationship Id="rId18" Type="http://schemas.openxmlformats.org/officeDocument/2006/relationships/image" Target="../media/image77.png"/><Relationship Id="rId19" Type="http://schemas.openxmlformats.org/officeDocument/2006/relationships/image" Target="../media/image94.png"/><Relationship Id="rId20" Type="http://schemas.openxmlformats.org/officeDocument/2006/relationships/image" Target="../media/image78.png"/><Relationship Id="rId21" Type="http://schemas.openxmlformats.org/officeDocument/2006/relationships/image" Target="../media/image95.png"/><Relationship Id="rId22" Type="http://schemas.openxmlformats.org/officeDocument/2006/relationships/image" Target="../media/image109.png"/><Relationship Id="rId23" Type="http://schemas.openxmlformats.org/officeDocument/2006/relationships/image" Target="../media/image79.png"/><Relationship Id="rId24" Type="http://schemas.openxmlformats.org/officeDocument/2006/relationships/image" Target="../media/image96.png"/><Relationship Id="rId25" Type="http://schemas.openxmlformats.org/officeDocument/2006/relationships/image" Target="../media/image80.png"/><Relationship Id="rId26" Type="http://schemas.openxmlformats.org/officeDocument/2006/relationships/image" Target="../media/image97.png"/><Relationship Id="rId27" Type="http://schemas.openxmlformats.org/officeDocument/2006/relationships/image" Target="../media/image81.png"/><Relationship Id="rId28" Type="http://schemas.openxmlformats.org/officeDocument/2006/relationships/image" Target="../media/image98.png"/><Relationship Id="rId29" Type="http://schemas.openxmlformats.org/officeDocument/2006/relationships/image" Target="../media/image82.png"/><Relationship Id="rId30" Type="http://schemas.openxmlformats.org/officeDocument/2006/relationships/image" Target="../media/image99.png"/><Relationship Id="rId31" Type="http://schemas.openxmlformats.org/officeDocument/2006/relationships/image" Target="../media/image83.png"/><Relationship Id="rId32" Type="http://schemas.openxmlformats.org/officeDocument/2006/relationships/image" Target="../media/image100.png"/><Relationship Id="rId33" Type="http://schemas.openxmlformats.org/officeDocument/2006/relationships/image" Target="../media/image84.png"/><Relationship Id="rId34" Type="http://schemas.openxmlformats.org/officeDocument/2006/relationships/image" Target="../media/image85.png"/><Relationship Id="rId35" Type="http://schemas.openxmlformats.org/officeDocument/2006/relationships/image" Target="../media/image101.png"/><Relationship Id="rId36" Type="http://schemas.openxmlformats.org/officeDocument/2006/relationships/image" Target="../media/image86.png"/><Relationship Id="rId37" Type="http://schemas.openxmlformats.org/officeDocument/2006/relationships/image" Target="../media/image102.png"/><Relationship Id="rId38" Type="http://schemas.openxmlformats.org/officeDocument/2006/relationships/image" Target="../media/image87.png"/><Relationship Id="rId39" Type="http://schemas.openxmlformats.org/officeDocument/2006/relationships/image" Target="../media/image103.png"/><Relationship Id="rId40" Type="http://schemas.openxmlformats.org/officeDocument/2006/relationships/image" Target="../media/image88.png"/><Relationship Id="rId41" Type="http://schemas.openxmlformats.org/officeDocument/2006/relationships/image" Target="../media/image89.png"/><Relationship Id="rId42" Type="http://schemas.openxmlformats.org/officeDocument/2006/relationships/image" Target="../media/image104.png"/><Relationship Id="rId43" Type="http://schemas.openxmlformats.org/officeDocument/2006/relationships/image" Target="../media/image90.png"/><Relationship Id="rId44" Type="http://schemas.openxmlformats.org/officeDocument/2006/relationships/image" Target="../media/image91.png"/><Relationship Id="rId45" Type="http://schemas.openxmlformats.org/officeDocument/2006/relationships/image" Target="../media/image105.png"/><Relationship Id="rId46" Type="http://schemas.openxmlformats.org/officeDocument/2006/relationships/image" Target="../media/image92.png"/><Relationship Id="rId47" Type="http://schemas.openxmlformats.org/officeDocument/2006/relationships/image" Target="../media/image106.png"/><Relationship Id="rId48" Type="http://schemas.openxmlformats.org/officeDocument/2006/relationships/image" Target="../media/image93.png"/><Relationship Id="rId49" Type="http://schemas.openxmlformats.org/officeDocument/2006/relationships/image" Target="../media/image120.png"/><Relationship Id="rId50" Type="http://schemas.openxmlformats.org/officeDocument/2006/relationships/image" Target="../media/image121.png"/><Relationship Id="rId51" Type="http://schemas.openxmlformats.org/officeDocument/2006/relationships/image" Target="../media/image122.png"/><Relationship Id="rId52" Type="http://schemas.openxmlformats.org/officeDocument/2006/relationships/image" Target="../media/image123.png"/><Relationship Id="rId5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Relationship Id="rId9" Type="http://schemas.openxmlformats.org/officeDocument/2006/relationships/image" Target="../media/image139.png"/><Relationship Id="rId10" Type="http://schemas.openxmlformats.org/officeDocument/2006/relationships/image" Target="../media/image140.png"/><Relationship Id="rId11" Type="http://schemas.openxmlformats.org/officeDocument/2006/relationships/image" Target="../media/image141.png"/><Relationship Id="rId12" Type="http://schemas.openxmlformats.org/officeDocument/2006/relationships/image" Target="../media/image142.png"/><Relationship Id="rId13" Type="http://schemas.openxmlformats.org/officeDocument/2006/relationships/image" Target="../media/image143.png"/><Relationship Id="rId14" Type="http://schemas.openxmlformats.org/officeDocument/2006/relationships/image" Target="../media/image144.png"/><Relationship Id="rId15" Type="http://schemas.openxmlformats.org/officeDocument/2006/relationships/image" Target="../media/image145.png"/><Relationship Id="rId16" Type="http://schemas.openxmlformats.org/officeDocument/2006/relationships/image" Target="../media/image146.png"/><Relationship Id="rId17" Type="http://schemas.openxmlformats.org/officeDocument/2006/relationships/image" Target="../media/image147.png"/><Relationship Id="rId18" Type="http://schemas.openxmlformats.org/officeDocument/2006/relationships/image" Target="../media/image148.png"/><Relationship Id="rId19" Type="http://schemas.openxmlformats.org/officeDocument/2006/relationships/image" Target="../media/image149.png"/><Relationship Id="rId20" Type="http://schemas.openxmlformats.org/officeDocument/2006/relationships/image" Target="../media/image150.png"/><Relationship Id="rId21" Type="http://schemas.openxmlformats.org/officeDocument/2006/relationships/image" Target="../media/image151.png"/><Relationship Id="rId22" Type="http://schemas.openxmlformats.org/officeDocument/2006/relationships/image" Target="../media/image152.png"/><Relationship Id="rId23" Type="http://schemas.openxmlformats.org/officeDocument/2006/relationships/image" Target="../media/image153.png"/><Relationship Id="rId24" Type="http://schemas.openxmlformats.org/officeDocument/2006/relationships/image" Target="../media/image154.png"/><Relationship Id="rId25" Type="http://schemas.openxmlformats.org/officeDocument/2006/relationships/image" Target="../media/image155.png"/><Relationship Id="rId26" Type="http://schemas.openxmlformats.org/officeDocument/2006/relationships/image" Target="../media/image156.png"/><Relationship Id="rId27" Type="http://schemas.openxmlformats.org/officeDocument/2006/relationships/image" Target="../media/image157.png"/><Relationship Id="rId28" Type="http://schemas.openxmlformats.org/officeDocument/2006/relationships/image" Target="../media/image158.png"/><Relationship Id="rId29" Type="http://schemas.openxmlformats.org/officeDocument/2006/relationships/image" Target="../media/image159.png"/><Relationship Id="rId30" Type="http://schemas.openxmlformats.org/officeDocument/2006/relationships/image" Target="../media/image160.png"/><Relationship Id="rId31" Type="http://schemas.openxmlformats.org/officeDocument/2006/relationships/image" Target="../media/image161.png"/><Relationship Id="rId32" Type="http://schemas.openxmlformats.org/officeDocument/2006/relationships/image" Target="../media/image162.png"/><Relationship Id="rId33" Type="http://schemas.openxmlformats.org/officeDocument/2006/relationships/image" Target="../media/image163.png"/><Relationship Id="rId34" Type="http://schemas.openxmlformats.org/officeDocument/2006/relationships/image" Target="../media/image51.png"/><Relationship Id="rId35" Type="http://schemas.openxmlformats.org/officeDocument/2006/relationships/image" Target="../media/image164.png"/><Relationship Id="rId3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5.png"/><Relationship Id="rId4" Type="http://schemas.openxmlformats.org/officeDocument/2006/relationships/image" Target="../media/image43.png"/><Relationship Id="rId5" Type="http://schemas.openxmlformats.org/officeDocument/2006/relationships/image" Target="../media/image166.png"/><Relationship Id="rId6" Type="http://schemas.openxmlformats.org/officeDocument/2006/relationships/image" Target="../media/image167.png"/><Relationship Id="rId7" Type="http://schemas.openxmlformats.org/officeDocument/2006/relationships/image" Target="../media/image168.png"/><Relationship Id="rId8" Type="http://schemas.openxmlformats.org/officeDocument/2006/relationships/image" Target="../media/image169.png"/><Relationship Id="rId9" Type="http://schemas.openxmlformats.org/officeDocument/2006/relationships/image" Target="../media/image63.png"/><Relationship Id="rId10" Type="http://schemas.openxmlformats.org/officeDocument/2006/relationships/image" Target="../media/image170.png"/><Relationship Id="rId11" Type="http://schemas.openxmlformats.org/officeDocument/2006/relationships/image" Target="../media/image171.png"/><Relationship Id="rId12" Type="http://schemas.openxmlformats.org/officeDocument/2006/relationships/image" Target="../media/image172.png"/><Relationship Id="rId13" Type="http://schemas.openxmlformats.org/officeDocument/2006/relationships/image" Target="../media/image173.png"/><Relationship Id="rId1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24.png"/><Relationship Id="rId5" Type="http://schemas.openxmlformats.org/officeDocument/2006/relationships/image" Target="../media/image174.png"/><Relationship Id="rId6" Type="http://schemas.openxmlformats.org/officeDocument/2006/relationships/image" Target="../media/image175.png"/><Relationship Id="rId7" Type="http://schemas.openxmlformats.org/officeDocument/2006/relationships/image" Target="../media/image176.png"/><Relationship Id="rId8" Type="http://schemas.openxmlformats.org/officeDocument/2006/relationships/image" Target="../media/image177.png"/><Relationship Id="rId9" Type="http://schemas.openxmlformats.org/officeDocument/2006/relationships/image" Target="../media/image178.png"/><Relationship Id="rId10" Type="http://schemas.openxmlformats.org/officeDocument/2006/relationships/image" Target="../media/image179.png"/><Relationship Id="rId11" Type="http://schemas.openxmlformats.org/officeDocument/2006/relationships/image" Target="../media/image180.png"/><Relationship Id="rId12" Type="http://schemas.openxmlformats.org/officeDocument/2006/relationships/image" Target="../media/image181.png"/><Relationship Id="rId13" Type="http://schemas.openxmlformats.org/officeDocument/2006/relationships/image" Target="../media/image182.png"/><Relationship Id="rId1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24.png"/><Relationship Id="rId5" Type="http://schemas.openxmlformats.org/officeDocument/2006/relationships/image" Target="../media/image183.png"/><Relationship Id="rId6" Type="http://schemas.openxmlformats.org/officeDocument/2006/relationships/image" Target="../media/image176.png"/><Relationship Id="rId7" Type="http://schemas.openxmlformats.org/officeDocument/2006/relationships/image" Target="../media/image184.png"/><Relationship Id="rId8" Type="http://schemas.openxmlformats.org/officeDocument/2006/relationships/image" Target="../media/image185.png"/><Relationship Id="rId9" Type="http://schemas.openxmlformats.org/officeDocument/2006/relationships/image" Target="../media/image186.png"/><Relationship Id="rId10" Type="http://schemas.openxmlformats.org/officeDocument/2006/relationships/image" Target="../media/image187.png"/><Relationship Id="rId11" Type="http://schemas.openxmlformats.org/officeDocument/2006/relationships/image" Target="../media/image188.png"/><Relationship Id="rId1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3.png"/><Relationship Id="rId11" Type="http://schemas.openxmlformats.org/officeDocument/2006/relationships/image" Target="../media/image194.png"/><Relationship Id="rId12" Type="http://schemas.openxmlformats.org/officeDocument/2006/relationships/image" Target="../media/image195.png"/><Relationship Id="rId1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6.png"/><Relationship Id="rId11" Type="http://schemas.openxmlformats.org/officeDocument/2006/relationships/image" Target="../media/image193.png"/><Relationship Id="rId12" Type="http://schemas.openxmlformats.org/officeDocument/2006/relationships/image" Target="../media/image197.png"/><Relationship Id="rId13" Type="http://schemas.openxmlformats.org/officeDocument/2006/relationships/image" Target="../media/image198.png"/><Relationship Id="rId14" Type="http://schemas.openxmlformats.org/officeDocument/2006/relationships/image" Target="../media/image199.png"/><Relationship Id="rId15" Type="http://schemas.openxmlformats.org/officeDocument/2006/relationships/image" Target="../media/image200.png"/><Relationship Id="rId1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1.png"/><Relationship Id="rId4" Type="http://schemas.openxmlformats.org/officeDocument/2006/relationships/image" Target="../media/image202.png"/><Relationship Id="rId5" Type="http://schemas.openxmlformats.org/officeDocument/2006/relationships/image" Target="../media/image175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Relationship Id="rId8" Type="http://schemas.openxmlformats.org/officeDocument/2006/relationships/image" Target="../media/image205.png"/><Relationship Id="rId9" Type="http://schemas.openxmlformats.org/officeDocument/2006/relationships/image" Target="../media/image206.png"/><Relationship Id="rId10" Type="http://schemas.openxmlformats.org/officeDocument/2006/relationships/image" Target="../media/image207.png"/><Relationship Id="rId11" Type="http://schemas.openxmlformats.org/officeDocument/2006/relationships/image" Target="../media/image208.png"/><Relationship Id="rId1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Relationship Id="rId6" Type="http://schemas.openxmlformats.org/officeDocument/2006/relationships/image" Target="../media/image212.png"/><Relationship Id="rId7" Type="http://schemas.openxmlformats.org/officeDocument/2006/relationships/image" Target="../media/image213.png"/><Relationship Id="rId8" Type="http://schemas.openxmlformats.org/officeDocument/2006/relationships/image" Target="../media/image214.png"/><Relationship Id="rId9" Type="http://schemas.openxmlformats.org/officeDocument/2006/relationships/image" Target="../media/image215.png"/><Relationship Id="rId10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6.png"/><Relationship Id="rId6" Type="http://schemas.openxmlformats.org/officeDocument/2006/relationships/image" Target="../media/image212.png"/><Relationship Id="rId7" Type="http://schemas.openxmlformats.org/officeDocument/2006/relationships/image" Target="../media/image217.png"/><Relationship Id="rId8" Type="http://schemas.openxmlformats.org/officeDocument/2006/relationships/image" Target="../media/image213.png"/><Relationship Id="rId9" Type="http://schemas.openxmlformats.org/officeDocument/2006/relationships/image" Target="../media/image214.png"/><Relationship Id="rId10" Type="http://schemas.openxmlformats.org/officeDocument/2006/relationships/image" Target="../media/image218.png"/><Relationship Id="rId11" Type="http://schemas.openxmlformats.org/officeDocument/2006/relationships/image" Target="../media/image219.png"/><Relationship Id="rId12" Type="http://schemas.openxmlformats.org/officeDocument/2006/relationships/image" Target="../media/image220.png"/><Relationship Id="rId1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Relationship Id="rId7" Type="http://schemas.openxmlformats.org/officeDocument/2006/relationships/image" Target="../media/image27.png"/><Relationship Id="rId8" Type="http://schemas.openxmlformats.org/officeDocument/2006/relationships/image" Target="../media/image224.png"/><Relationship Id="rId9" Type="http://schemas.openxmlformats.org/officeDocument/2006/relationships/image" Target="../media/image225.png"/><Relationship Id="rId10" Type="http://schemas.openxmlformats.org/officeDocument/2006/relationships/image" Target="../media/image226.png"/><Relationship Id="rId11" Type="http://schemas.openxmlformats.org/officeDocument/2006/relationships/image" Target="../media/image227.png"/><Relationship Id="rId12" Type="http://schemas.openxmlformats.org/officeDocument/2006/relationships/image" Target="../media/image228.png"/><Relationship Id="rId1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29.png"/><Relationship Id="rId5" Type="http://schemas.openxmlformats.org/officeDocument/2006/relationships/image" Target="../media/image222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Relationship Id="rId8" Type="http://schemas.openxmlformats.org/officeDocument/2006/relationships/image" Target="../media/image232.png"/><Relationship Id="rId9" Type="http://schemas.openxmlformats.org/officeDocument/2006/relationships/image" Target="../media/image233.png"/><Relationship Id="rId10" Type="http://schemas.openxmlformats.org/officeDocument/2006/relationships/image" Target="../media/image234.png"/><Relationship Id="rId11" Type="http://schemas.openxmlformats.org/officeDocument/2006/relationships/image" Target="../media/image235.png"/><Relationship Id="rId12" Type="http://schemas.openxmlformats.org/officeDocument/2006/relationships/image" Target="../media/image224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227.png"/><Relationship Id="rId16" Type="http://schemas.openxmlformats.org/officeDocument/2006/relationships/image" Target="../media/image236.png"/><Relationship Id="rId17" Type="http://schemas.openxmlformats.org/officeDocument/2006/relationships/image" Target="../media/image237.png"/><Relationship Id="rId18" Type="http://schemas.openxmlformats.org/officeDocument/2006/relationships/image" Target="../media/image238.png"/><Relationship Id="rId19" Type="http://schemas.openxmlformats.org/officeDocument/2006/relationships/image" Target="../media/image239.png"/><Relationship Id="rId20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40.png"/><Relationship Id="rId5" Type="http://schemas.openxmlformats.org/officeDocument/2006/relationships/image" Target="../media/image222.png"/><Relationship Id="rId6" Type="http://schemas.openxmlformats.org/officeDocument/2006/relationships/image" Target="../media/image241.png"/><Relationship Id="rId7" Type="http://schemas.openxmlformats.org/officeDocument/2006/relationships/image" Target="../media/image242.png"/><Relationship Id="rId8" Type="http://schemas.openxmlformats.org/officeDocument/2006/relationships/image" Target="../media/image224.png"/><Relationship Id="rId9" Type="http://schemas.openxmlformats.org/officeDocument/2006/relationships/image" Target="../media/image225.png"/><Relationship Id="rId10" Type="http://schemas.openxmlformats.org/officeDocument/2006/relationships/image" Target="../media/image243.png"/><Relationship Id="rId11" Type="http://schemas.openxmlformats.org/officeDocument/2006/relationships/image" Target="../media/image237.png"/><Relationship Id="rId12" Type="http://schemas.openxmlformats.org/officeDocument/2006/relationships/image" Target="../media/image238.png"/><Relationship Id="rId13" Type="http://schemas.openxmlformats.org/officeDocument/2006/relationships/image" Target="../media/image244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50.png"/><Relationship Id="rId10" Type="http://schemas.openxmlformats.org/officeDocument/2006/relationships/image" Target="../media/image251.png"/><Relationship Id="rId11" Type="http://schemas.openxmlformats.org/officeDocument/2006/relationships/image" Target="../media/image252.png"/><Relationship Id="rId12" Type="http://schemas.openxmlformats.org/officeDocument/2006/relationships/image" Target="../media/image253.png"/><Relationship Id="rId13" Type="http://schemas.openxmlformats.org/officeDocument/2006/relationships/image" Target="../media/image254.png"/><Relationship Id="rId14" Type="http://schemas.openxmlformats.org/officeDocument/2006/relationships/image" Target="../media/image255.png"/><Relationship Id="rId15" Type="http://schemas.openxmlformats.org/officeDocument/2006/relationships/image" Target="../media/image256.png"/><Relationship Id="rId16" Type="http://schemas.openxmlformats.org/officeDocument/2006/relationships/image" Target="../media/image257.png"/><Relationship Id="rId17" Type="http://schemas.openxmlformats.org/officeDocument/2006/relationships/image" Target="../media/image258.png"/><Relationship Id="rId18" Type="http://schemas.openxmlformats.org/officeDocument/2006/relationships/image" Target="../media/image259.png"/><Relationship Id="rId19" Type="http://schemas.openxmlformats.org/officeDocument/2006/relationships/image" Target="../media/image260.png"/><Relationship Id="rId20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61.png"/><Relationship Id="rId10" Type="http://schemas.openxmlformats.org/officeDocument/2006/relationships/image" Target="../media/image250.png"/><Relationship Id="rId11" Type="http://schemas.openxmlformats.org/officeDocument/2006/relationships/image" Target="../media/image251.png"/><Relationship Id="rId12" Type="http://schemas.openxmlformats.org/officeDocument/2006/relationships/image" Target="../media/image252.png"/><Relationship Id="rId13" Type="http://schemas.openxmlformats.org/officeDocument/2006/relationships/image" Target="../media/image262.png"/><Relationship Id="rId14" Type="http://schemas.openxmlformats.org/officeDocument/2006/relationships/image" Target="../media/image263.png"/><Relationship Id="rId15" Type="http://schemas.openxmlformats.org/officeDocument/2006/relationships/image" Target="../media/image264.png"/><Relationship Id="rId16" Type="http://schemas.openxmlformats.org/officeDocument/2006/relationships/image" Target="../media/image253.png"/><Relationship Id="rId17" Type="http://schemas.openxmlformats.org/officeDocument/2006/relationships/image" Target="../media/image254.png"/><Relationship Id="rId18" Type="http://schemas.openxmlformats.org/officeDocument/2006/relationships/image" Target="../media/image255.png"/><Relationship Id="rId19" Type="http://schemas.openxmlformats.org/officeDocument/2006/relationships/image" Target="../media/image256.png"/><Relationship Id="rId20" Type="http://schemas.openxmlformats.org/officeDocument/2006/relationships/image" Target="../media/image257.png"/><Relationship Id="rId21" Type="http://schemas.openxmlformats.org/officeDocument/2006/relationships/image" Target="../media/image258.png"/><Relationship Id="rId22" Type="http://schemas.openxmlformats.org/officeDocument/2006/relationships/image" Target="../media/image265.png"/><Relationship Id="rId23" Type="http://schemas.openxmlformats.org/officeDocument/2006/relationships/image" Target="../media/image266.png"/><Relationship Id="rId24" Type="http://schemas.openxmlformats.org/officeDocument/2006/relationships/image" Target="../media/image267.png"/><Relationship Id="rId2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1.png"/><Relationship Id="rId4" Type="http://schemas.openxmlformats.org/officeDocument/2006/relationships/image" Target="../media/image268.png"/><Relationship Id="rId5" Type="http://schemas.openxmlformats.org/officeDocument/2006/relationships/image" Target="../media/image269.png"/><Relationship Id="rId6" Type="http://schemas.openxmlformats.org/officeDocument/2006/relationships/image" Target="../media/image270.png"/><Relationship Id="rId7" Type="http://schemas.openxmlformats.org/officeDocument/2006/relationships/image" Target="../media/image237.png"/><Relationship Id="rId8" Type="http://schemas.openxmlformats.org/officeDocument/2006/relationships/image" Target="../media/image238.png"/><Relationship Id="rId9" Type="http://schemas.openxmlformats.org/officeDocument/2006/relationships/image" Target="../media/image271.png"/><Relationship Id="rId10" Type="http://schemas.openxmlformats.org/officeDocument/2006/relationships/image" Target="../media/image272.png"/><Relationship Id="rId11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3.png"/><Relationship Id="rId4" Type="http://schemas.openxmlformats.org/officeDocument/2006/relationships/image" Target="../media/image43.png"/><Relationship Id="rId5" Type="http://schemas.openxmlformats.org/officeDocument/2006/relationships/image" Target="../media/image274.png"/><Relationship Id="rId6" Type="http://schemas.openxmlformats.org/officeDocument/2006/relationships/image" Target="../media/image275.png"/><Relationship Id="rId7" Type="http://schemas.openxmlformats.org/officeDocument/2006/relationships/image" Target="../media/image276.png"/><Relationship Id="rId8" Type="http://schemas.openxmlformats.org/officeDocument/2006/relationships/image" Target="../media/image277.png"/><Relationship Id="rId9" Type="http://schemas.openxmlformats.org/officeDocument/2006/relationships/image" Target="../media/image278.png"/><Relationship Id="rId10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3.png"/><Relationship Id="rId4" Type="http://schemas.openxmlformats.org/officeDocument/2006/relationships/image" Target="../media/image43.png"/><Relationship Id="rId5" Type="http://schemas.openxmlformats.org/officeDocument/2006/relationships/image" Target="../media/image274.png"/><Relationship Id="rId6" Type="http://schemas.openxmlformats.org/officeDocument/2006/relationships/image" Target="../media/image279.png"/><Relationship Id="rId7" Type="http://schemas.openxmlformats.org/officeDocument/2006/relationships/image" Target="../media/image280.png"/><Relationship Id="rId8" Type="http://schemas.openxmlformats.org/officeDocument/2006/relationships/image" Target="../media/image277.png"/><Relationship Id="rId9" Type="http://schemas.openxmlformats.org/officeDocument/2006/relationships/image" Target="../media/image281.png"/><Relationship Id="rId10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82.png"/><Relationship Id="rId6" Type="http://schemas.openxmlformats.org/officeDocument/2006/relationships/image" Target="../media/image283.png"/><Relationship Id="rId7" Type="http://schemas.openxmlformats.org/officeDocument/2006/relationships/image" Target="../media/image284.png"/><Relationship Id="rId8" Type="http://schemas.openxmlformats.org/officeDocument/2006/relationships/image" Target="../media/image285.png"/><Relationship Id="rId9" Type="http://schemas.openxmlformats.org/officeDocument/2006/relationships/image" Target="../media/image286.png"/><Relationship Id="rId10" Type="http://schemas.openxmlformats.org/officeDocument/2006/relationships/image" Target="../media/image287.png"/><Relationship Id="rId11" Type="http://schemas.openxmlformats.org/officeDocument/2006/relationships/image" Target="../media/image288.png"/><Relationship Id="rId12" Type="http://schemas.openxmlformats.org/officeDocument/2006/relationships/image" Target="../media/image289.png"/><Relationship Id="rId13" Type="http://schemas.openxmlformats.org/officeDocument/2006/relationships/image" Target="../media/image290.png"/><Relationship Id="rId14" Type="http://schemas.openxmlformats.org/officeDocument/2006/relationships/image" Target="../media/image256.png"/><Relationship Id="rId15" Type="http://schemas.openxmlformats.org/officeDocument/2006/relationships/image" Target="../media/image291.png"/><Relationship Id="rId16" Type="http://schemas.openxmlformats.org/officeDocument/2006/relationships/image" Target="../media/image292.png"/><Relationship Id="rId17" Type="http://schemas.openxmlformats.org/officeDocument/2006/relationships/image" Target="../media/image293.png"/><Relationship Id="rId18" Type="http://schemas.openxmlformats.org/officeDocument/2006/relationships/image" Target="../media/image294.png"/><Relationship Id="rId19" Type="http://schemas.openxmlformats.org/officeDocument/2006/relationships/image" Target="../media/image280.png"/><Relationship Id="rId20" Type="http://schemas.openxmlformats.org/officeDocument/2006/relationships/image" Target="../media/image295.png"/><Relationship Id="rId2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282.png"/><Relationship Id="rId6" Type="http://schemas.openxmlformats.org/officeDocument/2006/relationships/image" Target="../media/image283.png"/><Relationship Id="rId7" Type="http://schemas.openxmlformats.org/officeDocument/2006/relationships/image" Target="../media/image284.png"/><Relationship Id="rId8" Type="http://schemas.openxmlformats.org/officeDocument/2006/relationships/image" Target="../media/image285.png"/><Relationship Id="rId9" Type="http://schemas.openxmlformats.org/officeDocument/2006/relationships/image" Target="../media/image286.png"/><Relationship Id="rId10" Type="http://schemas.openxmlformats.org/officeDocument/2006/relationships/image" Target="../media/image287.png"/><Relationship Id="rId11" Type="http://schemas.openxmlformats.org/officeDocument/2006/relationships/image" Target="../media/image288.png"/><Relationship Id="rId12" Type="http://schemas.openxmlformats.org/officeDocument/2006/relationships/image" Target="../media/image289.png"/><Relationship Id="rId13" Type="http://schemas.openxmlformats.org/officeDocument/2006/relationships/image" Target="../media/image290.png"/><Relationship Id="rId14" Type="http://schemas.openxmlformats.org/officeDocument/2006/relationships/image" Target="../media/image296.png"/><Relationship Id="rId15" Type="http://schemas.openxmlformats.org/officeDocument/2006/relationships/image" Target="../media/image297.png"/><Relationship Id="rId16" Type="http://schemas.openxmlformats.org/officeDocument/2006/relationships/image" Target="../media/image298.png"/><Relationship Id="rId17" Type="http://schemas.openxmlformats.org/officeDocument/2006/relationships/image" Target="../media/image299.png"/><Relationship Id="rId18" Type="http://schemas.openxmlformats.org/officeDocument/2006/relationships/image" Target="../media/image300.png"/><Relationship Id="rId19" Type="http://schemas.openxmlformats.org/officeDocument/2006/relationships/image" Target="../media/image256.png"/><Relationship Id="rId20" Type="http://schemas.openxmlformats.org/officeDocument/2006/relationships/image" Target="../media/image291.png"/><Relationship Id="rId21" Type="http://schemas.openxmlformats.org/officeDocument/2006/relationships/image" Target="../media/image292.png"/><Relationship Id="rId22" Type="http://schemas.openxmlformats.org/officeDocument/2006/relationships/image" Target="../media/image293.png"/><Relationship Id="rId23" Type="http://schemas.openxmlformats.org/officeDocument/2006/relationships/image" Target="../media/image294.png"/><Relationship Id="rId24" Type="http://schemas.openxmlformats.org/officeDocument/2006/relationships/image" Target="../media/image276.png"/><Relationship Id="rId25" Type="http://schemas.openxmlformats.org/officeDocument/2006/relationships/image" Target="../media/image301.png"/><Relationship Id="rId2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2.png"/><Relationship Id="rId4" Type="http://schemas.openxmlformats.org/officeDocument/2006/relationships/image" Target="../media/image128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132.png"/><Relationship Id="rId11" Type="http://schemas.openxmlformats.org/officeDocument/2006/relationships/image" Target="../media/image308.png"/><Relationship Id="rId12" Type="http://schemas.openxmlformats.org/officeDocument/2006/relationships/image" Target="../media/image309.png"/><Relationship Id="rId13" Type="http://schemas.openxmlformats.org/officeDocument/2006/relationships/image" Target="../media/image310.png"/><Relationship Id="rId1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Relationship Id="rId6" Type="http://schemas.openxmlformats.org/officeDocument/2006/relationships/image" Target="../media/image314.png"/><Relationship Id="rId7" Type="http://schemas.openxmlformats.org/officeDocument/2006/relationships/image" Target="../media/image315.png"/><Relationship Id="rId8" Type="http://schemas.openxmlformats.org/officeDocument/2006/relationships/image" Target="../media/image316.png"/><Relationship Id="rId9" Type="http://schemas.openxmlformats.org/officeDocument/2006/relationships/image" Target="../media/image78.png"/><Relationship Id="rId10" Type="http://schemas.openxmlformats.org/officeDocument/2006/relationships/image" Target="../media/image317.png"/><Relationship Id="rId11" Type="http://schemas.openxmlformats.org/officeDocument/2006/relationships/image" Target="../media/image318.png"/><Relationship Id="rId12" Type="http://schemas.openxmlformats.org/officeDocument/2006/relationships/image" Target="../media/image79.png"/><Relationship Id="rId13" Type="http://schemas.openxmlformats.org/officeDocument/2006/relationships/image" Target="../media/image319.png"/><Relationship Id="rId14" Type="http://schemas.openxmlformats.org/officeDocument/2006/relationships/image" Target="../media/image320.png"/><Relationship Id="rId15" Type="http://schemas.openxmlformats.org/officeDocument/2006/relationships/image" Target="../media/image80.png"/><Relationship Id="rId16" Type="http://schemas.openxmlformats.org/officeDocument/2006/relationships/image" Target="../media/image321.png"/><Relationship Id="rId17" Type="http://schemas.openxmlformats.org/officeDocument/2006/relationships/image" Target="../media/image322.png"/><Relationship Id="rId18" Type="http://schemas.openxmlformats.org/officeDocument/2006/relationships/image" Target="../media/image83.png"/><Relationship Id="rId19" Type="http://schemas.openxmlformats.org/officeDocument/2006/relationships/image" Target="../media/image323.png"/><Relationship Id="rId20" Type="http://schemas.openxmlformats.org/officeDocument/2006/relationships/image" Target="../media/image324.png"/><Relationship Id="rId21" Type="http://schemas.openxmlformats.org/officeDocument/2006/relationships/image" Target="../media/image82.png"/><Relationship Id="rId22" Type="http://schemas.openxmlformats.org/officeDocument/2006/relationships/image" Target="../media/image325.png"/><Relationship Id="rId23" Type="http://schemas.openxmlformats.org/officeDocument/2006/relationships/image" Target="../media/image326.png"/><Relationship Id="rId24" Type="http://schemas.openxmlformats.org/officeDocument/2006/relationships/image" Target="../media/image86.png"/><Relationship Id="rId25" Type="http://schemas.openxmlformats.org/officeDocument/2006/relationships/image" Target="../media/image327.png"/><Relationship Id="rId26" Type="http://schemas.openxmlformats.org/officeDocument/2006/relationships/image" Target="../media/image84.png"/><Relationship Id="rId27" Type="http://schemas.openxmlformats.org/officeDocument/2006/relationships/image" Target="../media/image328.png"/><Relationship Id="rId28" Type="http://schemas.openxmlformats.org/officeDocument/2006/relationships/image" Target="../media/image81.png"/><Relationship Id="rId29" Type="http://schemas.openxmlformats.org/officeDocument/2006/relationships/image" Target="../media/image329.png"/><Relationship Id="rId30" Type="http://schemas.openxmlformats.org/officeDocument/2006/relationships/image" Target="../media/image330.png"/><Relationship Id="rId31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Relationship Id="rId6" Type="http://schemas.openxmlformats.org/officeDocument/2006/relationships/image" Target="../media/image331.png"/><Relationship Id="rId7" Type="http://schemas.openxmlformats.org/officeDocument/2006/relationships/image" Target="../media/image314.png"/><Relationship Id="rId8" Type="http://schemas.openxmlformats.org/officeDocument/2006/relationships/image" Target="../media/image315.png"/><Relationship Id="rId9" Type="http://schemas.openxmlformats.org/officeDocument/2006/relationships/image" Target="../media/image316.png"/><Relationship Id="rId10" Type="http://schemas.openxmlformats.org/officeDocument/2006/relationships/image" Target="../media/image78.png"/><Relationship Id="rId11" Type="http://schemas.openxmlformats.org/officeDocument/2006/relationships/image" Target="../media/image317.png"/><Relationship Id="rId12" Type="http://schemas.openxmlformats.org/officeDocument/2006/relationships/image" Target="../media/image318.png"/><Relationship Id="rId13" Type="http://schemas.openxmlformats.org/officeDocument/2006/relationships/image" Target="../media/image332.png"/><Relationship Id="rId14" Type="http://schemas.openxmlformats.org/officeDocument/2006/relationships/image" Target="../media/image333.png"/><Relationship Id="rId15" Type="http://schemas.openxmlformats.org/officeDocument/2006/relationships/image" Target="../media/image79.png"/><Relationship Id="rId16" Type="http://schemas.openxmlformats.org/officeDocument/2006/relationships/image" Target="../media/image334.png"/><Relationship Id="rId17" Type="http://schemas.openxmlformats.org/officeDocument/2006/relationships/image" Target="../media/image335.png"/><Relationship Id="rId18" Type="http://schemas.openxmlformats.org/officeDocument/2006/relationships/image" Target="../media/image80.png"/><Relationship Id="rId19" Type="http://schemas.openxmlformats.org/officeDocument/2006/relationships/image" Target="../media/image336.png"/><Relationship Id="rId20" Type="http://schemas.openxmlformats.org/officeDocument/2006/relationships/image" Target="../media/image337.png"/><Relationship Id="rId21" Type="http://schemas.openxmlformats.org/officeDocument/2006/relationships/image" Target="../media/image83.png"/><Relationship Id="rId22" Type="http://schemas.openxmlformats.org/officeDocument/2006/relationships/image" Target="../media/image338.png"/><Relationship Id="rId23" Type="http://schemas.openxmlformats.org/officeDocument/2006/relationships/image" Target="../media/image339.png"/><Relationship Id="rId24" Type="http://schemas.openxmlformats.org/officeDocument/2006/relationships/image" Target="../media/image82.png"/><Relationship Id="rId25" Type="http://schemas.openxmlformats.org/officeDocument/2006/relationships/image" Target="../media/image340.png"/><Relationship Id="rId26" Type="http://schemas.openxmlformats.org/officeDocument/2006/relationships/image" Target="../media/image341.png"/><Relationship Id="rId27" Type="http://schemas.openxmlformats.org/officeDocument/2006/relationships/image" Target="../media/image86.png"/><Relationship Id="rId28" Type="http://schemas.openxmlformats.org/officeDocument/2006/relationships/image" Target="../media/image342.png"/><Relationship Id="rId29" Type="http://schemas.openxmlformats.org/officeDocument/2006/relationships/image" Target="../media/image84.png"/><Relationship Id="rId30" Type="http://schemas.openxmlformats.org/officeDocument/2006/relationships/image" Target="../media/image343.png"/><Relationship Id="rId31" Type="http://schemas.openxmlformats.org/officeDocument/2006/relationships/image" Target="../media/image81.png"/><Relationship Id="rId32" Type="http://schemas.openxmlformats.org/officeDocument/2006/relationships/image" Target="../media/image344.png"/><Relationship Id="rId33" Type="http://schemas.openxmlformats.org/officeDocument/2006/relationships/image" Target="../media/image345.png"/><Relationship Id="rId3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Relationship Id="rId6" Type="http://schemas.openxmlformats.org/officeDocument/2006/relationships/image" Target="../media/image331.png"/><Relationship Id="rId7" Type="http://schemas.openxmlformats.org/officeDocument/2006/relationships/image" Target="../media/image314.png"/><Relationship Id="rId8" Type="http://schemas.openxmlformats.org/officeDocument/2006/relationships/image" Target="../media/image315.png"/><Relationship Id="rId9" Type="http://schemas.openxmlformats.org/officeDocument/2006/relationships/image" Target="../media/image316.png"/><Relationship Id="rId10" Type="http://schemas.openxmlformats.org/officeDocument/2006/relationships/image" Target="../media/image78.png"/><Relationship Id="rId11" Type="http://schemas.openxmlformats.org/officeDocument/2006/relationships/image" Target="../media/image346.png"/><Relationship Id="rId12" Type="http://schemas.openxmlformats.org/officeDocument/2006/relationships/image" Target="../media/image347.png"/><Relationship Id="rId13" Type="http://schemas.openxmlformats.org/officeDocument/2006/relationships/image" Target="../media/image79.png"/><Relationship Id="rId14" Type="http://schemas.openxmlformats.org/officeDocument/2006/relationships/image" Target="../media/image334.png"/><Relationship Id="rId15" Type="http://schemas.openxmlformats.org/officeDocument/2006/relationships/image" Target="../media/image335.png"/><Relationship Id="rId16" Type="http://schemas.openxmlformats.org/officeDocument/2006/relationships/image" Target="../media/image80.png"/><Relationship Id="rId17" Type="http://schemas.openxmlformats.org/officeDocument/2006/relationships/image" Target="../media/image336.png"/><Relationship Id="rId18" Type="http://schemas.openxmlformats.org/officeDocument/2006/relationships/image" Target="../media/image337.png"/><Relationship Id="rId19" Type="http://schemas.openxmlformats.org/officeDocument/2006/relationships/image" Target="../media/image83.png"/><Relationship Id="rId20" Type="http://schemas.openxmlformats.org/officeDocument/2006/relationships/image" Target="../media/image338.png"/><Relationship Id="rId21" Type="http://schemas.openxmlformats.org/officeDocument/2006/relationships/image" Target="../media/image339.png"/><Relationship Id="rId22" Type="http://schemas.openxmlformats.org/officeDocument/2006/relationships/image" Target="../media/image82.png"/><Relationship Id="rId23" Type="http://schemas.openxmlformats.org/officeDocument/2006/relationships/image" Target="../media/image325.png"/><Relationship Id="rId24" Type="http://schemas.openxmlformats.org/officeDocument/2006/relationships/image" Target="../media/image326.png"/><Relationship Id="rId25" Type="http://schemas.openxmlformats.org/officeDocument/2006/relationships/image" Target="../media/image348.png"/><Relationship Id="rId26" Type="http://schemas.openxmlformats.org/officeDocument/2006/relationships/image" Target="../media/image349.png"/><Relationship Id="rId27" Type="http://schemas.openxmlformats.org/officeDocument/2006/relationships/image" Target="../media/image86.png"/><Relationship Id="rId28" Type="http://schemas.openxmlformats.org/officeDocument/2006/relationships/image" Target="../media/image342.png"/><Relationship Id="rId29" Type="http://schemas.openxmlformats.org/officeDocument/2006/relationships/image" Target="../media/image84.png"/><Relationship Id="rId30" Type="http://schemas.openxmlformats.org/officeDocument/2006/relationships/image" Target="../media/image328.png"/><Relationship Id="rId31" Type="http://schemas.openxmlformats.org/officeDocument/2006/relationships/image" Target="../media/image322.png"/><Relationship Id="rId32" Type="http://schemas.openxmlformats.org/officeDocument/2006/relationships/image" Target="../media/image350.png"/><Relationship Id="rId33" Type="http://schemas.openxmlformats.org/officeDocument/2006/relationships/image" Target="../media/image351.png"/><Relationship Id="rId34" Type="http://schemas.openxmlformats.org/officeDocument/2006/relationships/image" Target="../media/image81.png"/><Relationship Id="rId35" Type="http://schemas.openxmlformats.org/officeDocument/2006/relationships/image" Target="../media/image329.png"/><Relationship Id="rId36" Type="http://schemas.openxmlformats.org/officeDocument/2006/relationships/image" Target="../media/image352.png"/><Relationship Id="rId37" Type="http://schemas.openxmlformats.org/officeDocument/2006/relationships/image" Target="../media/image353.png"/><Relationship Id="rId3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4.png"/><Relationship Id="rId4" Type="http://schemas.openxmlformats.org/officeDocument/2006/relationships/image" Target="../media/image355.png"/><Relationship Id="rId5" Type="http://schemas.openxmlformats.org/officeDocument/2006/relationships/image" Target="../media/image356.png"/><Relationship Id="rId6" Type="http://schemas.openxmlformats.org/officeDocument/2006/relationships/image" Target="../media/image357.png"/><Relationship Id="rId7" Type="http://schemas.openxmlformats.org/officeDocument/2006/relationships/image" Target="../media/image358.png"/><Relationship Id="rId8" Type="http://schemas.openxmlformats.org/officeDocument/2006/relationships/image" Target="../media/image359.png"/><Relationship Id="rId9" Type="http://schemas.openxmlformats.org/officeDocument/2006/relationships/image" Target="../media/image360.png"/><Relationship Id="rId10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4.png"/><Relationship Id="rId4" Type="http://schemas.openxmlformats.org/officeDocument/2006/relationships/image" Target="../media/image355.png"/><Relationship Id="rId5" Type="http://schemas.openxmlformats.org/officeDocument/2006/relationships/image" Target="../media/image361.png"/><Relationship Id="rId6" Type="http://schemas.openxmlformats.org/officeDocument/2006/relationships/image" Target="../media/image356.png"/><Relationship Id="rId7" Type="http://schemas.openxmlformats.org/officeDocument/2006/relationships/image" Target="../media/image362.png"/><Relationship Id="rId8" Type="http://schemas.openxmlformats.org/officeDocument/2006/relationships/image" Target="../media/image363.png"/><Relationship Id="rId9" Type="http://schemas.openxmlformats.org/officeDocument/2006/relationships/image" Target="../media/image359.png"/><Relationship Id="rId10" Type="http://schemas.openxmlformats.org/officeDocument/2006/relationships/image" Target="../media/image364.png"/><Relationship Id="rId11" Type="http://schemas.openxmlformats.org/officeDocument/2006/relationships/image" Target="../media/image365.png"/><Relationship Id="rId1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2.png"/><Relationship Id="rId4" Type="http://schemas.openxmlformats.org/officeDocument/2006/relationships/image" Target="../media/image366.png"/><Relationship Id="rId5" Type="http://schemas.openxmlformats.org/officeDocument/2006/relationships/image" Target="../media/image367.png"/><Relationship Id="rId6" Type="http://schemas.openxmlformats.org/officeDocument/2006/relationships/image" Target="../media/image368.png"/><Relationship Id="rId7" Type="http://schemas.openxmlformats.org/officeDocument/2006/relationships/image" Target="../media/image369.png"/><Relationship Id="rId8" Type="http://schemas.openxmlformats.org/officeDocument/2006/relationships/image" Target="../media/image370.png"/><Relationship Id="rId9" Type="http://schemas.openxmlformats.org/officeDocument/2006/relationships/image" Target="../media/image371.png"/><Relationship Id="rId10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Relationship Id="rId6" Type="http://schemas.openxmlformats.org/officeDocument/2006/relationships/image" Target="../media/image374.png"/><Relationship Id="rId7" Type="http://schemas.openxmlformats.org/officeDocument/2006/relationships/image" Target="../media/image375.png"/><Relationship Id="rId8" Type="http://schemas.openxmlformats.org/officeDocument/2006/relationships/image" Target="../media/image376.png"/><Relationship Id="rId9" Type="http://schemas.openxmlformats.org/officeDocument/2006/relationships/image" Target="../media/image377.png"/><Relationship Id="rId10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8.png"/><Relationship Id="rId4" Type="http://schemas.openxmlformats.org/officeDocument/2006/relationships/image" Target="../media/image379.png"/><Relationship Id="rId5" Type="http://schemas.openxmlformats.org/officeDocument/2006/relationships/image" Target="../media/image380.png"/><Relationship Id="rId6" Type="http://schemas.openxmlformats.org/officeDocument/2006/relationships/image" Target="../media/image381.png"/><Relationship Id="rId7" Type="http://schemas.openxmlformats.org/officeDocument/2006/relationships/image" Target="../media/image382.png"/><Relationship Id="rId8" Type="http://schemas.openxmlformats.org/officeDocument/2006/relationships/image" Target="../media/image383.png"/><Relationship Id="rId9" Type="http://schemas.openxmlformats.org/officeDocument/2006/relationships/image" Target="../media/image384.png"/><Relationship Id="rId10" Type="http://schemas.openxmlformats.org/officeDocument/2006/relationships/image" Target="../media/image385.png"/><Relationship Id="rId11" Type="http://schemas.openxmlformats.org/officeDocument/2006/relationships/image" Target="../media/image386.png"/><Relationship Id="rId12" Type="http://schemas.openxmlformats.org/officeDocument/2006/relationships/image" Target="../media/image224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387.png"/><Relationship Id="rId16" Type="http://schemas.openxmlformats.org/officeDocument/2006/relationships/image" Target="../media/image388.png"/><Relationship Id="rId17" Type="http://schemas.openxmlformats.org/officeDocument/2006/relationships/image" Target="../media/image389.png"/><Relationship Id="rId18" Type="http://schemas.openxmlformats.org/officeDocument/2006/relationships/image" Target="../media/image390.png"/><Relationship Id="rId19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8.png"/><Relationship Id="rId4" Type="http://schemas.openxmlformats.org/officeDocument/2006/relationships/image" Target="../media/image391.png"/><Relationship Id="rId5" Type="http://schemas.openxmlformats.org/officeDocument/2006/relationships/image" Target="../media/image392.png"/><Relationship Id="rId6" Type="http://schemas.openxmlformats.org/officeDocument/2006/relationships/image" Target="../media/image393.png"/><Relationship Id="rId7" Type="http://schemas.openxmlformats.org/officeDocument/2006/relationships/image" Target="../media/image394.png"/><Relationship Id="rId8" Type="http://schemas.openxmlformats.org/officeDocument/2006/relationships/image" Target="../media/image395.png"/><Relationship Id="rId9" Type="http://schemas.openxmlformats.org/officeDocument/2006/relationships/image" Target="../media/image224.png"/><Relationship Id="rId10" Type="http://schemas.openxmlformats.org/officeDocument/2006/relationships/image" Target="../media/image225.png"/><Relationship Id="rId11" Type="http://schemas.openxmlformats.org/officeDocument/2006/relationships/image" Target="../media/image226.png"/><Relationship Id="rId12" Type="http://schemas.openxmlformats.org/officeDocument/2006/relationships/image" Target="../media/image387.png"/><Relationship Id="rId13" Type="http://schemas.openxmlformats.org/officeDocument/2006/relationships/image" Target="../media/image388.png"/><Relationship Id="rId14" Type="http://schemas.openxmlformats.org/officeDocument/2006/relationships/image" Target="../media/image396.png"/><Relationship Id="rId15" Type="http://schemas.openxmlformats.org/officeDocument/2006/relationships/image" Target="../media/image397.png"/><Relationship Id="rId16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398.png"/><Relationship Id="rId6" Type="http://schemas.openxmlformats.org/officeDocument/2006/relationships/image" Target="../media/image399.png"/><Relationship Id="rId7" Type="http://schemas.openxmlformats.org/officeDocument/2006/relationships/image" Target="../media/image400.png"/><Relationship Id="rId8" Type="http://schemas.openxmlformats.org/officeDocument/2006/relationships/image" Target="../media/image401.png"/><Relationship Id="rId9" Type="http://schemas.openxmlformats.org/officeDocument/2006/relationships/image" Target="../media/image402.png"/><Relationship Id="rId10" Type="http://schemas.openxmlformats.org/officeDocument/2006/relationships/image" Target="../media/image403.png"/><Relationship Id="rId11" Type="http://schemas.openxmlformats.org/officeDocument/2006/relationships/image" Target="../media/image404.png"/><Relationship Id="rId12" Type="http://schemas.openxmlformats.org/officeDocument/2006/relationships/image" Target="../media/image405.png"/><Relationship Id="rId13" Type="http://schemas.openxmlformats.org/officeDocument/2006/relationships/image" Target="../media/image406.png"/><Relationship Id="rId14" Type="http://schemas.openxmlformats.org/officeDocument/2006/relationships/image" Target="../media/image407.png"/><Relationship Id="rId15" Type="http://schemas.openxmlformats.org/officeDocument/2006/relationships/image" Target="../media/image408.png"/><Relationship Id="rId16" Type="http://schemas.openxmlformats.org/officeDocument/2006/relationships/image" Target="../media/image409.png"/><Relationship Id="rId17" Type="http://schemas.openxmlformats.org/officeDocument/2006/relationships/image" Target="../media/image410.png"/><Relationship Id="rId18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398.png"/><Relationship Id="rId6" Type="http://schemas.openxmlformats.org/officeDocument/2006/relationships/image" Target="../media/image399.png"/><Relationship Id="rId7" Type="http://schemas.openxmlformats.org/officeDocument/2006/relationships/image" Target="../media/image400.png"/><Relationship Id="rId8" Type="http://schemas.openxmlformats.org/officeDocument/2006/relationships/image" Target="../media/image401.png"/><Relationship Id="rId9" Type="http://schemas.openxmlformats.org/officeDocument/2006/relationships/image" Target="../media/image402.png"/><Relationship Id="rId10" Type="http://schemas.openxmlformats.org/officeDocument/2006/relationships/image" Target="../media/image403.png"/><Relationship Id="rId11" Type="http://schemas.openxmlformats.org/officeDocument/2006/relationships/image" Target="../media/image404.png"/><Relationship Id="rId12" Type="http://schemas.openxmlformats.org/officeDocument/2006/relationships/image" Target="../media/image405.png"/><Relationship Id="rId13" Type="http://schemas.openxmlformats.org/officeDocument/2006/relationships/image" Target="../media/image406.png"/><Relationship Id="rId14" Type="http://schemas.openxmlformats.org/officeDocument/2006/relationships/image" Target="../media/image411.png"/><Relationship Id="rId15" Type="http://schemas.openxmlformats.org/officeDocument/2006/relationships/image" Target="../media/image412.png"/><Relationship Id="rId16" Type="http://schemas.openxmlformats.org/officeDocument/2006/relationships/image" Target="../media/image413.png"/><Relationship Id="rId17" Type="http://schemas.openxmlformats.org/officeDocument/2006/relationships/image" Target="../media/image407.png"/><Relationship Id="rId18" Type="http://schemas.openxmlformats.org/officeDocument/2006/relationships/image" Target="../media/image380.png"/><Relationship Id="rId19" Type="http://schemas.openxmlformats.org/officeDocument/2006/relationships/image" Target="../media/image414.png"/><Relationship Id="rId20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245.png"/><Relationship Id="rId5" Type="http://schemas.openxmlformats.org/officeDocument/2006/relationships/image" Target="../media/image398.png"/><Relationship Id="rId6" Type="http://schemas.openxmlformats.org/officeDocument/2006/relationships/image" Target="../media/image415.png"/><Relationship Id="rId7" Type="http://schemas.openxmlformats.org/officeDocument/2006/relationships/image" Target="../media/image416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Relationship Id="rId11" Type="http://schemas.openxmlformats.org/officeDocument/2006/relationships/image" Target="../media/image403.png"/><Relationship Id="rId12" Type="http://schemas.openxmlformats.org/officeDocument/2006/relationships/image" Target="../media/image404.png"/><Relationship Id="rId13" Type="http://schemas.openxmlformats.org/officeDocument/2006/relationships/image" Target="../media/image405.png"/><Relationship Id="rId14" Type="http://schemas.openxmlformats.org/officeDocument/2006/relationships/image" Target="../media/image406.png"/><Relationship Id="rId15" Type="http://schemas.openxmlformats.org/officeDocument/2006/relationships/image" Target="../media/image411.png"/><Relationship Id="rId16" Type="http://schemas.openxmlformats.org/officeDocument/2006/relationships/image" Target="../media/image412.png"/><Relationship Id="rId17" Type="http://schemas.openxmlformats.org/officeDocument/2006/relationships/image" Target="../media/image413.png"/><Relationship Id="rId18" Type="http://schemas.openxmlformats.org/officeDocument/2006/relationships/image" Target="../media/image417.png"/><Relationship Id="rId19" Type="http://schemas.openxmlformats.org/officeDocument/2006/relationships/image" Target="../media/image418.png"/><Relationship Id="rId20" Type="http://schemas.openxmlformats.org/officeDocument/2006/relationships/image" Target="../media/image419.png"/><Relationship Id="rId21" Type="http://schemas.openxmlformats.org/officeDocument/2006/relationships/image" Target="../media/image420.png"/><Relationship Id="rId2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21.png"/><Relationship Id="rId5" Type="http://schemas.openxmlformats.org/officeDocument/2006/relationships/image" Target="../media/image422.png"/><Relationship Id="rId6" Type="http://schemas.openxmlformats.org/officeDocument/2006/relationships/image" Target="../media/image374.png"/><Relationship Id="rId7" Type="http://schemas.openxmlformats.org/officeDocument/2006/relationships/image" Target="../media/image423.png"/><Relationship Id="rId8" Type="http://schemas.openxmlformats.org/officeDocument/2006/relationships/image" Target="../media/image380.png"/><Relationship Id="rId9" Type="http://schemas.openxmlformats.org/officeDocument/2006/relationships/image" Target="../media/image424.png"/><Relationship Id="rId10" Type="http://schemas.openxmlformats.org/officeDocument/2006/relationships/image" Target="../media/image425.png"/><Relationship Id="rId11" Type="http://schemas.openxmlformats.org/officeDocument/2006/relationships/image" Target="../media/image426.png"/><Relationship Id="rId12" Type="http://schemas.openxmlformats.org/officeDocument/2006/relationships/image" Target="../media/image427.png"/><Relationship Id="rId1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28.png"/><Relationship Id="rId5" Type="http://schemas.openxmlformats.org/officeDocument/2006/relationships/image" Target="../media/image429.png"/><Relationship Id="rId6" Type="http://schemas.openxmlformats.org/officeDocument/2006/relationships/image" Target="../media/image374.png"/><Relationship Id="rId7" Type="http://schemas.openxmlformats.org/officeDocument/2006/relationships/image" Target="../media/image430.png"/><Relationship Id="rId8" Type="http://schemas.openxmlformats.org/officeDocument/2006/relationships/image" Target="../media/image431.png"/><Relationship Id="rId9" Type="http://schemas.openxmlformats.org/officeDocument/2006/relationships/image" Target="../media/image424.png"/><Relationship Id="rId10" Type="http://schemas.openxmlformats.org/officeDocument/2006/relationships/image" Target="../media/image432.png"/><Relationship Id="rId11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33.png"/><Relationship Id="rId5" Type="http://schemas.openxmlformats.org/officeDocument/2006/relationships/image" Target="../media/image434.png"/><Relationship Id="rId6" Type="http://schemas.openxmlformats.org/officeDocument/2006/relationships/image" Target="../media/image435.png"/><Relationship Id="rId7" Type="http://schemas.openxmlformats.org/officeDocument/2006/relationships/image" Target="../media/image367.png"/><Relationship Id="rId8" Type="http://schemas.openxmlformats.org/officeDocument/2006/relationships/image" Target="../media/image379.png"/><Relationship Id="rId9" Type="http://schemas.openxmlformats.org/officeDocument/2006/relationships/image" Target="../media/image277.png"/><Relationship Id="rId10" Type="http://schemas.openxmlformats.org/officeDocument/2006/relationships/image" Target="../media/image436.png"/><Relationship Id="rId11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37.png"/><Relationship Id="rId5" Type="http://schemas.openxmlformats.org/officeDocument/2006/relationships/image" Target="../media/image438.png"/><Relationship Id="rId6" Type="http://schemas.openxmlformats.org/officeDocument/2006/relationships/image" Target="../media/image439.png"/><Relationship Id="rId7" Type="http://schemas.openxmlformats.org/officeDocument/2006/relationships/image" Target="../media/image440.png"/><Relationship Id="rId8" Type="http://schemas.openxmlformats.org/officeDocument/2006/relationships/image" Target="../media/image441.png"/><Relationship Id="rId9" Type="http://schemas.openxmlformats.org/officeDocument/2006/relationships/image" Target="../media/image442.png"/><Relationship Id="rId10" Type="http://schemas.openxmlformats.org/officeDocument/2006/relationships/image" Target="../media/image443.png"/><Relationship Id="rId11" Type="http://schemas.openxmlformats.org/officeDocument/2006/relationships/image" Target="../media/image444.png"/><Relationship Id="rId12" Type="http://schemas.openxmlformats.org/officeDocument/2006/relationships/image" Target="../media/image445.png"/><Relationship Id="rId13" Type="http://schemas.openxmlformats.org/officeDocument/2006/relationships/image" Target="../media/image446.png"/><Relationship Id="rId14" Type="http://schemas.openxmlformats.org/officeDocument/2006/relationships/image" Target="../media/image447.png"/><Relationship Id="rId15" Type="http://schemas.openxmlformats.org/officeDocument/2006/relationships/image" Target="../media/image448.png"/><Relationship Id="rId16" Type="http://schemas.openxmlformats.org/officeDocument/2006/relationships/image" Target="../media/image449.png"/><Relationship Id="rId17" Type="http://schemas.openxmlformats.org/officeDocument/2006/relationships/image" Target="../media/image450.png"/><Relationship Id="rId18" Type="http://schemas.openxmlformats.org/officeDocument/2006/relationships/image" Target="../media/image451.png"/><Relationship Id="rId19" Type="http://schemas.openxmlformats.org/officeDocument/2006/relationships/image" Target="../media/image123.png"/><Relationship Id="rId20" Type="http://schemas.openxmlformats.org/officeDocument/2006/relationships/image" Target="../media/image452.png"/><Relationship Id="rId21" Type="http://schemas.openxmlformats.org/officeDocument/2006/relationships/image" Target="../media/image453.png"/><Relationship Id="rId2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54.png"/><Relationship Id="rId5" Type="http://schemas.openxmlformats.org/officeDocument/2006/relationships/image" Target="../media/image455.png"/><Relationship Id="rId6" Type="http://schemas.openxmlformats.org/officeDocument/2006/relationships/image" Target="../media/image456.png"/><Relationship Id="rId7" Type="http://schemas.openxmlformats.org/officeDocument/2006/relationships/image" Target="../media/image457.png"/><Relationship Id="rId8" Type="http://schemas.openxmlformats.org/officeDocument/2006/relationships/image" Target="../media/image277.png"/><Relationship Id="rId9" Type="http://schemas.openxmlformats.org/officeDocument/2006/relationships/image" Target="../media/image458.png"/><Relationship Id="rId10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54.png"/><Relationship Id="rId5" Type="http://schemas.openxmlformats.org/officeDocument/2006/relationships/image" Target="../media/image455.png"/><Relationship Id="rId6" Type="http://schemas.openxmlformats.org/officeDocument/2006/relationships/image" Target="../media/image459.png"/><Relationship Id="rId7" Type="http://schemas.openxmlformats.org/officeDocument/2006/relationships/image" Target="../media/image460.png"/><Relationship Id="rId8" Type="http://schemas.openxmlformats.org/officeDocument/2006/relationships/image" Target="../media/image457.png"/><Relationship Id="rId9" Type="http://schemas.openxmlformats.org/officeDocument/2006/relationships/image" Target="../media/image277.png"/><Relationship Id="rId10" Type="http://schemas.openxmlformats.org/officeDocument/2006/relationships/image" Target="../media/image461.png"/><Relationship Id="rId11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2.png"/><Relationship Id="rId5" Type="http://schemas.openxmlformats.org/officeDocument/2006/relationships/image" Target="../media/image455.png"/><Relationship Id="rId6" Type="http://schemas.openxmlformats.org/officeDocument/2006/relationships/image" Target="../media/image463.png"/><Relationship Id="rId7" Type="http://schemas.openxmlformats.org/officeDocument/2006/relationships/image" Target="../media/image464.png"/><Relationship Id="rId8" Type="http://schemas.openxmlformats.org/officeDocument/2006/relationships/image" Target="../media/image457.png"/><Relationship Id="rId9" Type="http://schemas.openxmlformats.org/officeDocument/2006/relationships/image" Target="../media/image277.png"/><Relationship Id="rId10" Type="http://schemas.openxmlformats.org/officeDocument/2006/relationships/image" Target="../media/image465.png"/><Relationship Id="rId11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69.png"/><Relationship Id="rId8" Type="http://schemas.openxmlformats.org/officeDocument/2006/relationships/image" Target="../media/image470.png"/><Relationship Id="rId9" Type="http://schemas.openxmlformats.org/officeDocument/2006/relationships/image" Target="../media/image471.png"/><Relationship Id="rId10" Type="http://schemas.openxmlformats.org/officeDocument/2006/relationships/image" Target="../media/image472.png"/><Relationship Id="rId11" Type="http://schemas.openxmlformats.org/officeDocument/2006/relationships/image" Target="../media/image473.png"/><Relationship Id="rId1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74.png"/><Relationship Id="rId8" Type="http://schemas.openxmlformats.org/officeDocument/2006/relationships/image" Target="../media/image469.png"/><Relationship Id="rId9" Type="http://schemas.openxmlformats.org/officeDocument/2006/relationships/image" Target="../media/image475.png"/><Relationship Id="rId10" Type="http://schemas.openxmlformats.org/officeDocument/2006/relationships/image" Target="../media/image476.png"/><Relationship Id="rId11" Type="http://schemas.openxmlformats.org/officeDocument/2006/relationships/image" Target="../media/image471.png"/><Relationship Id="rId12" Type="http://schemas.openxmlformats.org/officeDocument/2006/relationships/image" Target="../media/image472.png"/><Relationship Id="rId13" Type="http://schemas.openxmlformats.org/officeDocument/2006/relationships/image" Target="../media/image477.png"/><Relationship Id="rId14" Type="http://schemas.openxmlformats.org/officeDocument/2006/relationships/image" Target="../media/image478.png"/><Relationship Id="rId1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74.png"/><Relationship Id="rId8" Type="http://schemas.openxmlformats.org/officeDocument/2006/relationships/image" Target="../media/image479.png"/><Relationship Id="rId9" Type="http://schemas.openxmlformats.org/officeDocument/2006/relationships/image" Target="../media/image469.png"/><Relationship Id="rId10" Type="http://schemas.openxmlformats.org/officeDocument/2006/relationships/image" Target="../media/image475.png"/><Relationship Id="rId11" Type="http://schemas.openxmlformats.org/officeDocument/2006/relationships/image" Target="../media/image480.png"/><Relationship Id="rId12" Type="http://schemas.openxmlformats.org/officeDocument/2006/relationships/image" Target="../media/image456.png"/><Relationship Id="rId13" Type="http://schemas.openxmlformats.org/officeDocument/2006/relationships/image" Target="../media/image481.png"/><Relationship Id="rId14" Type="http://schemas.openxmlformats.org/officeDocument/2006/relationships/image" Target="../media/image471.png"/><Relationship Id="rId15" Type="http://schemas.openxmlformats.org/officeDocument/2006/relationships/image" Target="../media/image472.png"/><Relationship Id="rId16" Type="http://schemas.openxmlformats.org/officeDocument/2006/relationships/image" Target="../media/image477.png"/><Relationship Id="rId17" Type="http://schemas.openxmlformats.org/officeDocument/2006/relationships/image" Target="../media/image482.png"/><Relationship Id="rId18" Type="http://schemas.openxmlformats.org/officeDocument/2006/relationships/image" Target="../media/image483.png"/><Relationship Id="rId19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74.png"/><Relationship Id="rId8" Type="http://schemas.openxmlformats.org/officeDocument/2006/relationships/image" Target="../media/image479.png"/><Relationship Id="rId9" Type="http://schemas.openxmlformats.org/officeDocument/2006/relationships/image" Target="../media/image484.png"/><Relationship Id="rId10" Type="http://schemas.openxmlformats.org/officeDocument/2006/relationships/image" Target="../media/image469.png"/><Relationship Id="rId11" Type="http://schemas.openxmlformats.org/officeDocument/2006/relationships/image" Target="../media/image475.png"/><Relationship Id="rId12" Type="http://schemas.openxmlformats.org/officeDocument/2006/relationships/image" Target="../media/image480.png"/><Relationship Id="rId13" Type="http://schemas.openxmlformats.org/officeDocument/2006/relationships/image" Target="../media/image485.png"/><Relationship Id="rId14" Type="http://schemas.openxmlformats.org/officeDocument/2006/relationships/image" Target="../media/image486.png"/><Relationship Id="rId15" Type="http://schemas.openxmlformats.org/officeDocument/2006/relationships/image" Target="../media/image472.png"/><Relationship Id="rId16" Type="http://schemas.openxmlformats.org/officeDocument/2006/relationships/image" Target="../media/image477.png"/><Relationship Id="rId17" Type="http://schemas.openxmlformats.org/officeDocument/2006/relationships/image" Target="../media/image482.png"/><Relationship Id="rId18" Type="http://schemas.openxmlformats.org/officeDocument/2006/relationships/image" Target="../media/image487.png"/><Relationship Id="rId19" Type="http://schemas.openxmlformats.org/officeDocument/2006/relationships/image" Target="../media/image488.png"/><Relationship Id="rId20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9.png"/><Relationship Id="rId4" Type="http://schemas.openxmlformats.org/officeDocument/2006/relationships/image" Target="../media/image490.png"/><Relationship Id="rId5" Type="http://schemas.openxmlformats.org/officeDocument/2006/relationships/image" Target="../media/image491.png"/><Relationship Id="rId6" Type="http://schemas.openxmlformats.org/officeDocument/2006/relationships/image" Target="../media/image492.png"/><Relationship Id="rId7" Type="http://schemas.openxmlformats.org/officeDocument/2006/relationships/image" Target="../media/image25.png"/><Relationship Id="rId8" Type="http://schemas.openxmlformats.org/officeDocument/2006/relationships/image" Target="../media/image493.png"/><Relationship Id="rId9" Type="http://schemas.openxmlformats.org/officeDocument/2006/relationships/image" Target="../media/image494.png"/><Relationship Id="rId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9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3.png"/><Relationship Id="rId7" Type="http://schemas.openxmlformats.org/officeDocument/2006/relationships/image" Target="../media/image497.png"/><Relationship Id="rId8" Type="http://schemas.openxmlformats.org/officeDocument/2006/relationships/image" Target="../media/image498.png"/><Relationship Id="rId9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37.png"/><Relationship Id="rId5" Type="http://schemas.openxmlformats.org/officeDocument/2006/relationships/image" Target="../media/image438.png"/><Relationship Id="rId6" Type="http://schemas.openxmlformats.org/officeDocument/2006/relationships/image" Target="../media/image499.png"/><Relationship Id="rId7" Type="http://schemas.openxmlformats.org/officeDocument/2006/relationships/image" Target="../media/image500.png"/><Relationship Id="rId8" Type="http://schemas.openxmlformats.org/officeDocument/2006/relationships/image" Target="../media/image501.png"/><Relationship Id="rId9" Type="http://schemas.openxmlformats.org/officeDocument/2006/relationships/image" Target="../media/image502.png"/><Relationship Id="rId10" Type="http://schemas.openxmlformats.org/officeDocument/2006/relationships/image" Target="../media/image503.png"/><Relationship Id="rId11" Type="http://schemas.openxmlformats.org/officeDocument/2006/relationships/image" Target="../media/image504.png"/><Relationship Id="rId12" Type="http://schemas.openxmlformats.org/officeDocument/2006/relationships/image" Target="../media/image505.png"/><Relationship Id="rId1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37.png"/><Relationship Id="rId5" Type="http://schemas.openxmlformats.org/officeDocument/2006/relationships/image" Target="../media/image438.png"/><Relationship Id="rId6" Type="http://schemas.openxmlformats.org/officeDocument/2006/relationships/image" Target="../media/image499.png"/><Relationship Id="rId7" Type="http://schemas.openxmlformats.org/officeDocument/2006/relationships/image" Target="../media/image500.png"/><Relationship Id="rId8" Type="http://schemas.openxmlformats.org/officeDocument/2006/relationships/image" Target="../media/image501.png"/><Relationship Id="rId9" Type="http://schemas.openxmlformats.org/officeDocument/2006/relationships/image" Target="../media/image502.png"/><Relationship Id="rId10" Type="http://schemas.openxmlformats.org/officeDocument/2006/relationships/image" Target="../media/image503.png"/><Relationship Id="rId11" Type="http://schemas.openxmlformats.org/officeDocument/2006/relationships/image" Target="../media/image506.png"/><Relationship Id="rId12" Type="http://schemas.openxmlformats.org/officeDocument/2006/relationships/image" Target="../media/image507.png"/><Relationship Id="rId1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508.png"/><Relationship Id="rId5" Type="http://schemas.openxmlformats.org/officeDocument/2006/relationships/image" Target="../media/image509.png"/><Relationship Id="rId6" Type="http://schemas.openxmlformats.org/officeDocument/2006/relationships/image" Target="../media/image510.png"/><Relationship Id="rId7" Type="http://schemas.openxmlformats.org/officeDocument/2006/relationships/image" Target="../media/image74.png"/><Relationship Id="rId8" Type="http://schemas.openxmlformats.org/officeDocument/2006/relationships/image" Target="../media/image511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94.png"/><Relationship Id="rId12" Type="http://schemas.openxmlformats.org/officeDocument/2006/relationships/image" Target="../media/image78.png"/><Relationship Id="rId13" Type="http://schemas.openxmlformats.org/officeDocument/2006/relationships/image" Target="../media/image95.png"/><Relationship Id="rId14" Type="http://schemas.openxmlformats.org/officeDocument/2006/relationships/image" Target="../media/image512.png"/><Relationship Id="rId15" Type="http://schemas.openxmlformats.org/officeDocument/2006/relationships/image" Target="../media/image79.png"/><Relationship Id="rId16" Type="http://schemas.openxmlformats.org/officeDocument/2006/relationships/image" Target="../media/image96.png"/><Relationship Id="rId17" Type="http://schemas.openxmlformats.org/officeDocument/2006/relationships/image" Target="../media/image80.png"/><Relationship Id="rId18" Type="http://schemas.openxmlformats.org/officeDocument/2006/relationships/image" Target="../media/image97.png"/><Relationship Id="rId19" Type="http://schemas.openxmlformats.org/officeDocument/2006/relationships/image" Target="../media/image81.png"/><Relationship Id="rId20" Type="http://schemas.openxmlformats.org/officeDocument/2006/relationships/image" Target="../media/image98.png"/><Relationship Id="rId21" Type="http://schemas.openxmlformats.org/officeDocument/2006/relationships/image" Target="../media/image82.png"/><Relationship Id="rId22" Type="http://schemas.openxmlformats.org/officeDocument/2006/relationships/image" Target="../media/image99.png"/><Relationship Id="rId23" Type="http://schemas.openxmlformats.org/officeDocument/2006/relationships/image" Target="../media/image83.png"/><Relationship Id="rId24" Type="http://schemas.openxmlformats.org/officeDocument/2006/relationships/image" Target="../media/image100.png"/><Relationship Id="rId25" Type="http://schemas.openxmlformats.org/officeDocument/2006/relationships/image" Target="../media/image84.png"/><Relationship Id="rId26" Type="http://schemas.openxmlformats.org/officeDocument/2006/relationships/image" Target="../media/image85.png"/><Relationship Id="rId27" Type="http://schemas.openxmlformats.org/officeDocument/2006/relationships/image" Target="../media/image101.png"/><Relationship Id="rId28" Type="http://schemas.openxmlformats.org/officeDocument/2006/relationships/image" Target="../media/image86.png"/><Relationship Id="rId29" Type="http://schemas.openxmlformats.org/officeDocument/2006/relationships/image" Target="../media/image102.png"/><Relationship Id="rId30" Type="http://schemas.openxmlformats.org/officeDocument/2006/relationships/image" Target="../media/image87.png"/><Relationship Id="rId31" Type="http://schemas.openxmlformats.org/officeDocument/2006/relationships/image" Target="../media/image103.png"/><Relationship Id="rId32" Type="http://schemas.openxmlformats.org/officeDocument/2006/relationships/image" Target="../media/image88.png"/><Relationship Id="rId33" Type="http://schemas.openxmlformats.org/officeDocument/2006/relationships/image" Target="../media/image89.png"/><Relationship Id="rId34" Type="http://schemas.openxmlformats.org/officeDocument/2006/relationships/image" Target="../media/image104.png"/><Relationship Id="rId35" Type="http://schemas.openxmlformats.org/officeDocument/2006/relationships/image" Target="../media/image90.png"/><Relationship Id="rId36" Type="http://schemas.openxmlformats.org/officeDocument/2006/relationships/image" Target="../media/image91.png"/><Relationship Id="rId37" Type="http://schemas.openxmlformats.org/officeDocument/2006/relationships/image" Target="../media/image105.png"/><Relationship Id="rId38" Type="http://schemas.openxmlformats.org/officeDocument/2006/relationships/image" Target="../media/image92.png"/><Relationship Id="rId39" Type="http://schemas.openxmlformats.org/officeDocument/2006/relationships/image" Target="../media/image106.png"/><Relationship Id="rId40" Type="http://schemas.openxmlformats.org/officeDocument/2006/relationships/image" Target="../media/image93.png"/><Relationship Id="rId41" Type="http://schemas.openxmlformats.org/officeDocument/2006/relationships/image" Target="../media/image513.png"/><Relationship Id="rId42" Type="http://schemas.openxmlformats.org/officeDocument/2006/relationships/image" Target="../media/image514.png"/><Relationship Id="rId43" Type="http://schemas.openxmlformats.org/officeDocument/2006/relationships/image" Target="../media/image515.png"/><Relationship Id="rId4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29.png"/><Relationship Id="rId5" Type="http://schemas.openxmlformats.org/officeDocument/2006/relationships/image" Target="../media/image222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Relationship Id="rId8" Type="http://schemas.openxmlformats.org/officeDocument/2006/relationships/image" Target="../media/image232.png"/><Relationship Id="rId9" Type="http://schemas.openxmlformats.org/officeDocument/2006/relationships/image" Target="../media/image233.png"/><Relationship Id="rId10" Type="http://schemas.openxmlformats.org/officeDocument/2006/relationships/image" Target="../media/image234.png"/><Relationship Id="rId11" Type="http://schemas.openxmlformats.org/officeDocument/2006/relationships/image" Target="../media/image235.png"/><Relationship Id="rId12" Type="http://schemas.openxmlformats.org/officeDocument/2006/relationships/image" Target="../media/image224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227.png"/><Relationship Id="rId16" Type="http://schemas.openxmlformats.org/officeDocument/2006/relationships/image" Target="../media/image236.png"/><Relationship Id="rId17" Type="http://schemas.openxmlformats.org/officeDocument/2006/relationships/image" Target="../media/image237.png"/><Relationship Id="rId18" Type="http://schemas.openxmlformats.org/officeDocument/2006/relationships/image" Target="../media/image238.png"/><Relationship Id="rId19" Type="http://schemas.openxmlformats.org/officeDocument/2006/relationships/image" Target="../media/image516.png"/><Relationship Id="rId20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240.png"/><Relationship Id="rId5" Type="http://schemas.openxmlformats.org/officeDocument/2006/relationships/image" Target="../media/image222.png"/><Relationship Id="rId6" Type="http://schemas.openxmlformats.org/officeDocument/2006/relationships/image" Target="../media/image241.png"/><Relationship Id="rId7" Type="http://schemas.openxmlformats.org/officeDocument/2006/relationships/image" Target="../media/image242.png"/><Relationship Id="rId8" Type="http://schemas.openxmlformats.org/officeDocument/2006/relationships/image" Target="../media/image224.png"/><Relationship Id="rId9" Type="http://schemas.openxmlformats.org/officeDocument/2006/relationships/image" Target="../media/image225.png"/><Relationship Id="rId10" Type="http://schemas.openxmlformats.org/officeDocument/2006/relationships/image" Target="../media/image243.png"/><Relationship Id="rId11" Type="http://schemas.openxmlformats.org/officeDocument/2006/relationships/image" Target="../media/image237.png"/><Relationship Id="rId12" Type="http://schemas.openxmlformats.org/officeDocument/2006/relationships/image" Target="../media/image238.png"/><Relationship Id="rId13" Type="http://schemas.openxmlformats.org/officeDocument/2006/relationships/image" Target="../media/image517.png"/><Relationship Id="rId1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8.png"/><Relationship Id="rId4" Type="http://schemas.openxmlformats.org/officeDocument/2006/relationships/image" Target="../media/image519.png"/><Relationship Id="rId5" Type="http://schemas.openxmlformats.org/officeDocument/2006/relationships/image" Target="../media/image520.png"/><Relationship Id="rId6" Type="http://schemas.openxmlformats.org/officeDocument/2006/relationships/image" Target="../media/image521.png"/><Relationship Id="rId7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8.png"/><Relationship Id="rId4" Type="http://schemas.openxmlformats.org/officeDocument/2006/relationships/image" Target="../media/image519.png"/><Relationship Id="rId5" Type="http://schemas.openxmlformats.org/officeDocument/2006/relationships/image" Target="../media/image522.png"/><Relationship Id="rId6" Type="http://schemas.openxmlformats.org/officeDocument/2006/relationships/image" Target="../media/image520.png"/><Relationship Id="rId7" Type="http://schemas.openxmlformats.org/officeDocument/2006/relationships/image" Target="../media/image523.png"/><Relationship Id="rId8" Type="http://schemas.openxmlformats.org/officeDocument/2006/relationships/image" Target="../media/image521.png"/><Relationship Id="rId9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8.png"/><Relationship Id="rId4" Type="http://schemas.openxmlformats.org/officeDocument/2006/relationships/image" Target="../media/image519.png"/><Relationship Id="rId5" Type="http://schemas.openxmlformats.org/officeDocument/2006/relationships/image" Target="../media/image522.png"/><Relationship Id="rId6" Type="http://schemas.openxmlformats.org/officeDocument/2006/relationships/image" Target="../media/image524.png"/><Relationship Id="rId7" Type="http://schemas.openxmlformats.org/officeDocument/2006/relationships/image" Target="../media/image520.png"/><Relationship Id="rId8" Type="http://schemas.openxmlformats.org/officeDocument/2006/relationships/image" Target="../media/image523.png"/><Relationship Id="rId9" Type="http://schemas.openxmlformats.org/officeDocument/2006/relationships/image" Target="../media/image525.png"/><Relationship Id="rId10" Type="http://schemas.openxmlformats.org/officeDocument/2006/relationships/image" Target="../media/image521.png"/><Relationship Id="rId11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4.png"/><Relationship Id="rId4" Type="http://schemas.openxmlformats.org/officeDocument/2006/relationships/image" Target="../media/image526.png"/><Relationship Id="rId5" Type="http://schemas.openxmlformats.org/officeDocument/2006/relationships/image" Target="../media/image222.png"/><Relationship Id="rId6" Type="http://schemas.openxmlformats.org/officeDocument/2006/relationships/image" Target="../media/image230.png"/><Relationship Id="rId7" Type="http://schemas.openxmlformats.org/officeDocument/2006/relationships/image" Target="../media/image527.png"/><Relationship Id="rId8" Type="http://schemas.openxmlformats.org/officeDocument/2006/relationships/image" Target="../media/image528.png"/><Relationship Id="rId9" Type="http://schemas.openxmlformats.org/officeDocument/2006/relationships/image" Target="../media/image529.png"/><Relationship Id="rId10" Type="http://schemas.openxmlformats.org/officeDocument/2006/relationships/image" Target="../media/image530.png"/><Relationship Id="rId11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4" name="!!pg_icm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5" name="!!pg_repro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7" name="!!t_icm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8" name="!!t_repr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9" name="!!t_tit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q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2" name="!!t_n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ans_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2" name="!!ans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3" name="!!mark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4" name="!!mark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t_nam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ans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4" name="!!ans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5" name="!!mark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6" name="!!mark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8" name="!!t_nam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0" name="!!t_nam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250" y="571500"/>
            <a:ext cx="2603500" cy="1905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9" name="!!t_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0" name="!!t_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2" name="!!c_5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3" name="!!c_5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4" name="!!c_6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5" name="!!c_6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0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1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2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4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c_0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5" name="!!c_0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6" name="!!c_1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7" name="!!c_1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8" name="!!c_2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9" name="!!c_2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0" name="!!c_3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1" name="!!c_3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2" name="!!c_5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3" name="!!c_5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4" name="!!c_6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5" name="!!c_6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6" name="!!c_7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7" name="!!c_7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8" name="!!c_8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19" name="!!c_8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0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1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2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4" name="!!t_pair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5" name="!!t_kind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" y="5334000"/>
            <a:ext cx="1968500" cy="698500"/>
          </a:xfrm>
          <a:prstGeom prst="rect">
            <a:avLst/>
          </a:prstGeom>
        </p:spPr>
      </p:pic>
      <p:pic>
        <p:nvPicPr>
          <p:cNvPr id="26" name="!!t_kind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86000" y="5334000"/>
            <a:ext cx="1714500" cy="698500"/>
          </a:xfrm>
          <a:prstGeom prst="rect">
            <a:avLst/>
          </a:prstGeom>
        </p:spPr>
      </p:pic>
      <p:pic>
        <p:nvPicPr>
          <p:cNvPr id="27" name="!!t_kind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334000"/>
            <a:ext cx="2127250" cy="698500"/>
          </a:xfrm>
          <a:prstGeom prst="rect">
            <a:avLst/>
          </a:prstGeom>
        </p:spPr>
      </p:pic>
      <p:pic>
        <p:nvPicPr>
          <p:cNvPr id="28" name="!!t_kind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35750" y="5334000"/>
            <a:ext cx="2095500" cy="698500"/>
          </a:xfrm>
          <a:prstGeom prst="rect">
            <a:avLst/>
          </a:prstGeom>
        </p:spPr>
      </p:pic>
      <p:pic>
        <p:nvPicPr>
          <p:cNvPr id="29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q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1" name="!!t_q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2" name="!!t_tr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7000" y="1111250"/>
            <a:ext cx="1873250" cy="476250"/>
          </a:xfrm>
          <a:prstGeom prst="rect">
            <a:avLst/>
          </a:prstGeom>
        </p:spPr>
      </p:pic>
      <p:pic>
        <p:nvPicPr>
          <p:cNvPr id="13" name="!!t_tr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7000" y="3270250"/>
            <a:ext cx="2095500" cy="476250"/>
          </a:xfrm>
          <a:prstGeom prst="rect">
            <a:avLst/>
          </a:prstGeom>
        </p:spPr>
      </p:pic>
      <p:pic>
        <p:nvPicPr>
          <p:cNvPr id="14" name="!!t_r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73750" y="2000250"/>
            <a:ext cx="2952750" cy="381000"/>
          </a:xfrm>
          <a:prstGeom prst="rect">
            <a:avLst/>
          </a:prstGeom>
        </p:spPr>
      </p:pic>
      <p:pic>
        <p:nvPicPr>
          <p:cNvPr id="15" name="!!t_r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73750" y="4159250"/>
            <a:ext cx="32067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4" name="!!win_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587500"/>
            <a:ext cx="984250" cy="1270000"/>
          </a:xfrm>
          <a:prstGeom prst="rect">
            <a:avLst/>
          </a:prstGeom>
        </p:spPr>
      </p:pic>
      <p:pic>
        <p:nvPicPr>
          <p:cNvPr id="5" name="!!win_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746500"/>
            <a:ext cx="984250" cy="1270000"/>
          </a:xfrm>
          <a:prstGeom prst="rect">
            <a:avLst/>
          </a:prstGeom>
        </p:spPr>
      </p:pic>
      <p:pic>
        <p:nvPicPr>
          <p:cNvPr id="6" name="!!row_a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50" y="1905000"/>
            <a:ext cx="3778250" cy="603250"/>
          </a:xfrm>
          <a:prstGeom prst="rect">
            <a:avLst/>
          </a:prstGeom>
        </p:spPr>
      </p:pic>
      <p:pic>
        <p:nvPicPr>
          <p:cNvPr id="7" name="!!row_b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50" y="4064000"/>
            <a:ext cx="3778250" cy="6032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fla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1" name="!!lin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70500" y="1651000"/>
            <a:ext cx="4572000" cy="244475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5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5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70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73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73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2" name="!!ch_f2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3" name="!!ch_f2l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5" name="!!ch_f2l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16" name="!!ch_f2l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17" name="!!ch_f2l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18" name="!!ch_f2l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19" name="!!ch_f2l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0" name="!!ch_f2l8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21" name="!!ch_f2l9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22" name="!!ch_f2l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23" name="!!ch_f2l1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24" name="!!ch_f2l1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25" name="!!ch_f2l1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26" name="!!ch_f2l1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27" name="!!ch_f2l1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28" name="!!robot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2" name="!!ch_f2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59600" y="5207000"/>
            <a:ext cx="15240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4" name="!!ch_f2b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5" name="!!ch_f2l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6" name="!!ch_f2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17" name="!!ch_f2l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8" name="!!ch_f2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19" name="!!ch_f2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0" name="!!ch_f2b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1" name="!!ch_f2l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2" name="!!ch_f2b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23" name="!!ch_f2l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4" name="!!ch_f2b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25" name="!!ch_f2l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6" name="!!ch_f2b6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27" name="!!ch_f2l7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8" name="!!ch_f2b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29" name="!!ch_f2l8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0" name="!!ch_f2b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1" name="!!ch_f2l9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2" name="!!ch_f2b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33" name="!!ch_f2l1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4" name="!!ch_f2b1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35" name="!!ch_f2l11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6" name="!!ch_f2b1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37" name="!!ch_f2l12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38" name="!!ch_f2b12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39" name="!!ch_f2l13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0" name="!!ch_f2b13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1" name="!!ch_f2l14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2" name="!!ch_f2b1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3" name="!!ch_f2l15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4" name="!!ch_f2b15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5" name="!!robot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f2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2800" y="355600"/>
            <a:ext cx="2082800" cy="2921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9600" y="5207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6" name="!!ch_f2v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2700" y="368300"/>
            <a:ext cx="1219200" cy="2794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19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0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1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2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23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4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25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6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27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8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29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0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1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2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33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4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35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6" name="!!ch_f2b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37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8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39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0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1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2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43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4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5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6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7" name="!!robo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  <p:pic>
        <p:nvPicPr>
          <p:cNvPr id="48" name="!!held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493000" y="-254000"/>
            <a:ext cx="2317750" cy="4667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64770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9182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9182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8" name="!!ch_f2half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9600" y="304800"/>
            <a:ext cx="63500" cy="6007100"/>
          </a:xfrm>
          <a:prstGeom prst="rect">
            <a:avLst/>
          </a:prstGeom>
        </p:spPr>
      </p:pic>
      <p:pic>
        <p:nvPicPr>
          <p:cNvPr id="9" name="!!ch_f2hl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65400" y="1460500"/>
            <a:ext cx="1600200" cy="292100"/>
          </a:xfrm>
          <a:prstGeom prst="rect">
            <a:avLst/>
          </a:prstGeom>
        </p:spPr>
      </p:pic>
      <p:pic>
        <p:nvPicPr>
          <p:cNvPr id="10" name="!!ch_f2hl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2400" y="2197100"/>
            <a:ext cx="2743200" cy="292100"/>
          </a:xfrm>
          <a:prstGeom prst="rect">
            <a:avLst/>
          </a:prstGeom>
        </p:spPr>
      </p:pic>
      <p:pic>
        <p:nvPicPr>
          <p:cNvPr id="11" name="!!ch_f2hl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55800" y="4406900"/>
            <a:ext cx="2209800" cy="292100"/>
          </a:xfrm>
          <a:prstGeom prst="rect">
            <a:avLst/>
          </a:prstGeom>
        </p:spPr>
      </p:pic>
      <p:pic>
        <p:nvPicPr>
          <p:cNvPr id="12" name="!!ch_f2hl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4800" y="5143500"/>
            <a:ext cx="2590800" cy="292100"/>
          </a:xfrm>
          <a:prstGeom prst="rect">
            <a:avLst/>
          </a:prstGeom>
        </p:spPr>
      </p:pic>
      <p:pic>
        <p:nvPicPr>
          <p:cNvPr id="13" name="!!ch_f2hl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76400" y="5511800"/>
            <a:ext cx="2489200" cy="292100"/>
          </a:xfrm>
          <a:prstGeom prst="rect">
            <a:avLst/>
          </a:prstGeom>
        </p:spPr>
      </p:pic>
      <p:pic>
        <p:nvPicPr>
          <p:cNvPr id="14" name="!!ch_f2hl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54200" y="5880100"/>
            <a:ext cx="2311400" cy="292100"/>
          </a:xfrm>
          <a:prstGeom prst="rect">
            <a:avLst/>
          </a:prstGeom>
        </p:spPr>
      </p:pic>
      <p:pic>
        <p:nvPicPr>
          <p:cNvPr id="15" name="!!ch_f2key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9600" y="2095500"/>
            <a:ext cx="2565400" cy="381000"/>
          </a:xfrm>
          <a:prstGeom prst="rect">
            <a:avLst/>
          </a:prstGeom>
        </p:spPr>
      </p:pic>
      <p:pic>
        <p:nvPicPr>
          <p:cNvPr id="16" name="!!ch_bd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59600" y="3721100"/>
            <a:ext cx="1981200" cy="457200"/>
          </a:xfrm>
          <a:prstGeom prst="rect">
            <a:avLst/>
          </a:prstGeom>
        </p:spPr>
      </p:pic>
      <p:pic>
        <p:nvPicPr>
          <p:cNvPr id="17" name="!!ch_bds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59600" y="4279900"/>
            <a:ext cx="2159000" cy="698500"/>
          </a:xfrm>
          <a:prstGeom prst="rect">
            <a:avLst/>
          </a:prstGeom>
        </p:spPr>
      </p:pic>
      <p:pic>
        <p:nvPicPr>
          <p:cNvPr id="18" name="!!ch_f2y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76900" y="5842000"/>
            <a:ext cx="457200" cy="254000"/>
          </a:xfrm>
          <a:prstGeom prst="rect">
            <a:avLst/>
          </a:prstGeom>
        </p:spPr>
      </p:pic>
      <p:pic>
        <p:nvPicPr>
          <p:cNvPr id="19" name="!!ch_f2y1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83400" y="5842000"/>
            <a:ext cx="558800" cy="254000"/>
          </a:xfrm>
          <a:prstGeom prst="rect">
            <a:avLst/>
          </a:prstGeom>
        </p:spPr>
      </p:pic>
      <p:pic>
        <p:nvPicPr>
          <p:cNvPr id="20" name="!!ch_f2n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59600" y="5207000"/>
            <a:ext cx="1524000" cy="254000"/>
          </a:xfrm>
          <a:prstGeom prst="rect">
            <a:avLst/>
          </a:prstGeom>
        </p:spPr>
      </p:pic>
      <p:pic>
        <p:nvPicPr>
          <p:cNvPr id="21" name="!!ch_f2l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22" name="!!ch_f2b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23" name="!!ch_f2v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32700" y="368300"/>
            <a:ext cx="1219200" cy="279400"/>
          </a:xfrm>
          <a:prstGeom prst="rect">
            <a:avLst/>
          </a:prstGeom>
        </p:spPr>
      </p:pic>
      <p:pic>
        <p:nvPicPr>
          <p:cNvPr id="24" name="!!ch_f2l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25" name="!!ch_f2b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774700"/>
            <a:ext cx="1778000" cy="190500"/>
          </a:xfrm>
          <a:prstGeom prst="rect">
            <a:avLst/>
          </a:prstGeom>
        </p:spPr>
      </p:pic>
      <p:pic>
        <p:nvPicPr>
          <p:cNvPr id="26" name="!!ch_f2l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7" name="!!ch_f2b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1143000"/>
            <a:ext cx="1587500" cy="190500"/>
          </a:xfrm>
          <a:prstGeom prst="rect">
            <a:avLst/>
          </a:prstGeom>
        </p:spPr>
      </p:pic>
      <p:pic>
        <p:nvPicPr>
          <p:cNvPr id="28" name="!!ch_f2l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9" name="!!ch_f2b3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1511300"/>
            <a:ext cx="1079500" cy="190500"/>
          </a:xfrm>
          <a:prstGeom prst="rect">
            <a:avLst/>
          </a:prstGeom>
        </p:spPr>
      </p:pic>
      <p:pic>
        <p:nvPicPr>
          <p:cNvPr id="30" name="!!ch_f2l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31" name="!!ch_f2b4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1879600"/>
            <a:ext cx="762000" cy="190500"/>
          </a:xfrm>
          <a:prstGeom prst="rect">
            <a:avLst/>
          </a:prstGeom>
        </p:spPr>
      </p:pic>
      <p:pic>
        <p:nvPicPr>
          <p:cNvPr id="32" name="!!ch_f2l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33" name="!!ch_f2b5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247900"/>
            <a:ext cx="508000" cy="190500"/>
          </a:xfrm>
          <a:prstGeom prst="rect">
            <a:avLst/>
          </a:prstGeom>
        </p:spPr>
      </p:pic>
      <p:pic>
        <p:nvPicPr>
          <p:cNvPr id="34" name="!!ch_f2l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35" name="!!ch_f2b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2616200"/>
            <a:ext cx="508000" cy="190500"/>
          </a:xfrm>
          <a:prstGeom prst="rect">
            <a:avLst/>
          </a:prstGeom>
        </p:spPr>
      </p:pic>
      <p:pic>
        <p:nvPicPr>
          <p:cNvPr id="36" name="!!ch_f2l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7" name="!!ch_f2b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2984500"/>
            <a:ext cx="444500" cy="190500"/>
          </a:xfrm>
          <a:prstGeom prst="rect">
            <a:avLst/>
          </a:prstGeom>
        </p:spPr>
      </p:pic>
      <p:pic>
        <p:nvPicPr>
          <p:cNvPr id="38" name="!!ch_f2l8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9" name="!!ch_f2b8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3352800"/>
            <a:ext cx="292100" cy="190500"/>
          </a:xfrm>
          <a:prstGeom prst="rect">
            <a:avLst/>
          </a:prstGeom>
        </p:spPr>
      </p:pic>
      <p:pic>
        <p:nvPicPr>
          <p:cNvPr id="40" name="!!ch_f2l9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41" name="!!ch_f2b9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3721100"/>
            <a:ext cx="114300" cy="190500"/>
          </a:xfrm>
          <a:prstGeom prst="rect">
            <a:avLst/>
          </a:prstGeom>
        </p:spPr>
      </p:pic>
      <p:pic>
        <p:nvPicPr>
          <p:cNvPr id="42" name="!!ch_f2l10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43" name="!!ch_f2b10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4089400"/>
            <a:ext cx="114300" cy="190500"/>
          </a:xfrm>
          <a:prstGeom prst="rect">
            <a:avLst/>
          </a:prstGeom>
        </p:spPr>
      </p:pic>
      <p:pic>
        <p:nvPicPr>
          <p:cNvPr id="44" name="!!ch_f2l11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45" name="!!ch_f2b11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4457700"/>
            <a:ext cx="88900" cy="190500"/>
          </a:xfrm>
          <a:prstGeom prst="rect">
            <a:avLst/>
          </a:prstGeom>
        </p:spPr>
      </p:pic>
      <p:pic>
        <p:nvPicPr>
          <p:cNvPr id="46" name="!!ch_f2l12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7" name="!!ch_f2b12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4826000"/>
            <a:ext cx="88900" cy="190500"/>
          </a:xfrm>
          <a:prstGeom prst="rect">
            <a:avLst/>
          </a:prstGeom>
        </p:spPr>
      </p:pic>
      <p:pic>
        <p:nvPicPr>
          <p:cNvPr id="48" name="!!ch_f2l13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9" name="!!ch_f2b13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318000" y="5194300"/>
            <a:ext cx="63500" cy="190500"/>
          </a:xfrm>
          <a:prstGeom prst="rect">
            <a:avLst/>
          </a:prstGeom>
        </p:spPr>
      </p:pic>
      <p:pic>
        <p:nvPicPr>
          <p:cNvPr id="50" name="!!ch_f2l14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51" name="!!ch_f2b14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54" name="!!ch_f2key" descr="image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7061200" y="2159000"/>
            <a:ext cx="2336800" cy="304800"/>
          </a:xfrm>
          <a:prstGeom prst="rect">
            <a:avLst/>
          </a:prstGeom>
        </p:spPr>
      </p:pic>
      <p:pic>
        <p:nvPicPr>
          <p:cNvPr id="55" name="!!ch_f2br" descr="image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724400" y="3683000"/>
            <a:ext cx="190500" cy="2476500"/>
          </a:xfrm>
          <a:prstGeom prst="rect">
            <a:avLst/>
          </a:prstGeom>
        </p:spPr>
      </p:pic>
      <p:pic>
        <p:nvPicPr>
          <p:cNvPr id="56" name="!!ch_f2brl" descr="image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5003800" y="4521200"/>
            <a:ext cx="1117600" cy="787400"/>
          </a:xfrm>
          <a:prstGeom prst="rect">
            <a:avLst/>
          </a:prstGeom>
        </p:spPr>
      </p:pic>
      <p:pic>
        <p:nvPicPr>
          <p:cNvPr id="57" name="!!robot" descr="image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144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5397500"/>
            <a:ext cx="3048000" cy="444500"/>
          </a:xfrm>
          <a:prstGeom prst="rect">
            <a:avLst/>
          </a:prstGeom>
        </p:spPr>
      </p:pic>
      <p:pic>
        <p:nvPicPr>
          <p:cNvPr id="5" name="!!folde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3492500"/>
            <a:ext cx="3048000" cy="2349500"/>
          </a:xfrm>
          <a:prstGeom prst="rect">
            <a:avLst/>
          </a:prstGeom>
        </p:spPr>
      </p:pic>
      <p:pic>
        <p:nvPicPr>
          <p:cNvPr id="6" name="!!term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3175000"/>
            <a:ext cx="3048000" cy="2222500"/>
          </a:xfrm>
          <a:prstGeom prst="rect">
            <a:avLst/>
          </a:prstGeom>
        </p:spPr>
      </p:pic>
      <p:pic>
        <p:nvPicPr>
          <p:cNvPr id="7" name="!!doc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3500" y="3302000"/>
            <a:ext cx="1968500" cy="2540000"/>
          </a:xfrm>
          <a:prstGeom prst="rect">
            <a:avLst/>
          </a:prstGeom>
        </p:spPr>
      </p:pic>
      <p:pic>
        <p:nvPicPr>
          <p:cNvPr id="8" name="!!ar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54500" y="4508500"/>
            <a:ext cx="508000" cy="254000"/>
          </a:xfrm>
          <a:prstGeom prst="rect">
            <a:avLst/>
          </a:prstGeom>
        </p:spPr>
      </p:pic>
      <p:pic>
        <p:nvPicPr>
          <p:cNvPr id="9" name="!!arr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0" y="4508500"/>
            <a:ext cx="508000" cy="254000"/>
          </a:xfrm>
          <a:prstGeom prst="rect">
            <a:avLst/>
          </a:prstGeom>
        </p:spPr>
      </p:pic>
      <p:pic>
        <p:nvPicPr>
          <p:cNvPr id="10" name="!!t_folde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984500"/>
            <a:ext cx="2921000" cy="317500"/>
          </a:xfrm>
          <a:prstGeom prst="rect">
            <a:avLst/>
          </a:prstGeom>
        </p:spPr>
      </p:pic>
      <p:pic>
        <p:nvPicPr>
          <p:cNvPr id="11" name="!!t_term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7500" y="2667000"/>
            <a:ext cx="1936750" cy="317500"/>
          </a:xfrm>
          <a:prstGeom prst="rect">
            <a:avLst/>
          </a:prstGeom>
        </p:spPr>
      </p:pic>
      <p:pic>
        <p:nvPicPr>
          <p:cNvPr id="12" name="!!t_do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80500" y="2730500"/>
            <a:ext cx="1714500" cy="381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term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4648200" cy="304800"/>
          </a:xfrm>
          <a:prstGeom prst="rect">
            <a:avLst/>
          </a:prstGeom>
        </p:spPr>
      </p:pic>
      <p:pic>
        <p:nvPicPr>
          <p:cNvPr id="7" name="!!ch_rech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9400" y="1422400"/>
            <a:ext cx="965200" cy="254000"/>
          </a:xfrm>
          <a:prstGeom prst="rect">
            <a:avLst/>
          </a:prstGeom>
        </p:spPr>
      </p:pic>
      <p:pic>
        <p:nvPicPr>
          <p:cNvPr id="8" name="!!ch_rech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1422400"/>
            <a:ext cx="736600" cy="203200"/>
          </a:xfrm>
          <a:prstGeom prst="rect">
            <a:avLst/>
          </a:prstGeom>
        </p:spPr>
      </p:pic>
      <p:pic>
        <p:nvPicPr>
          <p:cNvPr id="9" name="!!ch_r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1905000"/>
            <a:ext cx="1397000" cy="254000"/>
          </a:xfrm>
          <a:prstGeom prst="rect">
            <a:avLst/>
          </a:prstGeom>
        </p:spPr>
      </p:pic>
      <p:pic>
        <p:nvPicPr>
          <p:cNvPr id="10" name="!!ch_recv0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0400" y="1905000"/>
            <a:ext cx="584200" cy="254000"/>
          </a:xfrm>
          <a:prstGeom prst="rect">
            <a:avLst/>
          </a:prstGeom>
        </p:spPr>
      </p:pic>
      <p:pic>
        <p:nvPicPr>
          <p:cNvPr id="11" name="!!ch_recv0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67400" y="1905000"/>
            <a:ext cx="584200" cy="254000"/>
          </a:xfrm>
          <a:prstGeom prst="rect">
            <a:avLst/>
          </a:prstGeom>
        </p:spPr>
      </p:pic>
      <p:pic>
        <p:nvPicPr>
          <p:cNvPr id="12" name="!!ch_rec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1879600"/>
            <a:ext cx="406400" cy="355600"/>
          </a:xfrm>
          <a:prstGeom prst="rect">
            <a:avLst/>
          </a:prstGeom>
        </p:spPr>
      </p:pic>
      <p:pic>
        <p:nvPicPr>
          <p:cNvPr id="13" name="!!ch_r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336800"/>
            <a:ext cx="2082800" cy="304800"/>
          </a:xfrm>
          <a:prstGeom prst="rect">
            <a:avLst/>
          </a:prstGeom>
        </p:spPr>
      </p:pic>
      <p:pic>
        <p:nvPicPr>
          <p:cNvPr id="14" name="!!ch_recv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99000" y="2336800"/>
            <a:ext cx="355600" cy="254000"/>
          </a:xfrm>
          <a:prstGeom prst="rect">
            <a:avLst/>
          </a:prstGeom>
        </p:spPr>
      </p:pic>
      <p:pic>
        <p:nvPicPr>
          <p:cNvPr id="15" name="!!ch_recv1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2336800"/>
            <a:ext cx="355600" cy="254000"/>
          </a:xfrm>
          <a:prstGeom prst="rect">
            <a:avLst/>
          </a:prstGeom>
        </p:spPr>
      </p:pic>
      <p:pic>
        <p:nvPicPr>
          <p:cNvPr id="16" name="!!ch_rec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311400"/>
            <a:ext cx="406400" cy="355600"/>
          </a:xfrm>
          <a:prstGeom prst="rect">
            <a:avLst/>
          </a:prstGeom>
        </p:spPr>
      </p:pic>
      <p:pic>
        <p:nvPicPr>
          <p:cNvPr id="17" name="!!ch_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2768600"/>
            <a:ext cx="1854200" cy="254000"/>
          </a:xfrm>
          <a:prstGeom prst="rect">
            <a:avLst/>
          </a:prstGeom>
        </p:spPr>
      </p:pic>
      <p:pic>
        <p:nvPicPr>
          <p:cNvPr id="18" name="!!ch_rec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95800" y="2768600"/>
            <a:ext cx="558800" cy="254000"/>
          </a:xfrm>
          <a:prstGeom prst="rect">
            <a:avLst/>
          </a:prstGeom>
        </p:spPr>
      </p:pic>
      <p:pic>
        <p:nvPicPr>
          <p:cNvPr id="19" name="!!ch_recv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92800" y="2768600"/>
            <a:ext cx="558800" cy="254000"/>
          </a:xfrm>
          <a:prstGeom prst="rect">
            <a:avLst/>
          </a:prstGeom>
        </p:spPr>
      </p:pic>
      <p:pic>
        <p:nvPicPr>
          <p:cNvPr id="20" name="!!ch_re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2743200"/>
            <a:ext cx="406400" cy="355600"/>
          </a:xfrm>
          <a:prstGeom prst="rect">
            <a:avLst/>
          </a:prstGeom>
        </p:spPr>
      </p:pic>
      <p:pic>
        <p:nvPicPr>
          <p:cNvPr id="21" name="!!ch_r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3000" y="3200400"/>
            <a:ext cx="2159000" cy="254000"/>
          </a:xfrm>
          <a:prstGeom prst="rect">
            <a:avLst/>
          </a:prstGeom>
        </p:spPr>
      </p:pic>
      <p:pic>
        <p:nvPicPr>
          <p:cNvPr id="22" name="!!ch_recv3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95800" y="3200400"/>
            <a:ext cx="558800" cy="254000"/>
          </a:xfrm>
          <a:prstGeom prst="rect">
            <a:avLst/>
          </a:prstGeom>
        </p:spPr>
      </p:pic>
      <p:pic>
        <p:nvPicPr>
          <p:cNvPr id="23" name="!!ch_recv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92800" y="3200400"/>
            <a:ext cx="558800" cy="254000"/>
          </a:xfrm>
          <a:prstGeom prst="rect">
            <a:avLst/>
          </a:prstGeom>
        </p:spPr>
      </p:pic>
      <p:pic>
        <p:nvPicPr>
          <p:cNvPr id="24" name="!!ch_rec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175000"/>
            <a:ext cx="406400" cy="355600"/>
          </a:xfrm>
          <a:prstGeom prst="rect">
            <a:avLst/>
          </a:prstGeom>
        </p:spPr>
      </p:pic>
      <p:pic>
        <p:nvPicPr>
          <p:cNvPr id="25" name="!!ch_r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3000" y="3632200"/>
            <a:ext cx="2514600" cy="254000"/>
          </a:xfrm>
          <a:prstGeom prst="rect">
            <a:avLst/>
          </a:prstGeom>
        </p:spPr>
      </p:pic>
      <p:pic>
        <p:nvPicPr>
          <p:cNvPr id="26" name="!!ch_recv4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97400" y="3632200"/>
            <a:ext cx="457200" cy="254000"/>
          </a:xfrm>
          <a:prstGeom prst="rect">
            <a:avLst/>
          </a:prstGeom>
        </p:spPr>
      </p:pic>
      <p:pic>
        <p:nvPicPr>
          <p:cNvPr id="27" name="!!ch_recv4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994400" y="3632200"/>
            <a:ext cx="457200" cy="254000"/>
          </a:xfrm>
          <a:prstGeom prst="rect">
            <a:avLst/>
          </a:prstGeom>
        </p:spPr>
      </p:pic>
      <p:pic>
        <p:nvPicPr>
          <p:cNvPr id="28" name="!!ch_rect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3606800"/>
            <a:ext cx="406400" cy="355600"/>
          </a:xfrm>
          <a:prstGeom prst="rect">
            <a:avLst/>
          </a:prstGeom>
        </p:spPr>
      </p:pic>
      <p:pic>
        <p:nvPicPr>
          <p:cNvPr id="29" name="!!ch_r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43000" y="4064000"/>
            <a:ext cx="2032000" cy="254000"/>
          </a:xfrm>
          <a:prstGeom prst="rect">
            <a:avLst/>
          </a:prstGeom>
        </p:spPr>
      </p:pic>
      <p:pic>
        <p:nvPicPr>
          <p:cNvPr id="30" name="!!ch_recv50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97400" y="4064000"/>
            <a:ext cx="457200" cy="254000"/>
          </a:xfrm>
          <a:prstGeom prst="rect">
            <a:avLst/>
          </a:prstGeom>
        </p:spPr>
      </p:pic>
      <p:pic>
        <p:nvPicPr>
          <p:cNvPr id="31" name="!!ch_recv5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994400" y="4064000"/>
            <a:ext cx="457200" cy="254000"/>
          </a:xfrm>
          <a:prstGeom prst="rect">
            <a:avLst/>
          </a:prstGeom>
        </p:spPr>
      </p:pic>
      <p:pic>
        <p:nvPicPr>
          <p:cNvPr id="32" name="!!ch_rect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038600"/>
            <a:ext cx="406400" cy="355600"/>
          </a:xfrm>
          <a:prstGeom prst="rect">
            <a:avLst/>
          </a:prstGeom>
        </p:spPr>
      </p:pic>
      <p:pic>
        <p:nvPicPr>
          <p:cNvPr id="33" name="!!ch_rn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43000" y="4495800"/>
            <a:ext cx="2133600" cy="254000"/>
          </a:xfrm>
          <a:prstGeom prst="rect">
            <a:avLst/>
          </a:prstGeom>
        </p:spPr>
      </p:pic>
      <p:pic>
        <p:nvPicPr>
          <p:cNvPr id="34" name="!!ch_recv60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597400" y="4495800"/>
            <a:ext cx="457200" cy="254000"/>
          </a:xfrm>
          <a:prstGeom prst="rect">
            <a:avLst/>
          </a:prstGeom>
        </p:spPr>
      </p:pic>
      <p:pic>
        <p:nvPicPr>
          <p:cNvPr id="35" name="!!ch_recv61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994400" y="4495800"/>
            <a:ext cx="457200" cy="254000"/>
          </a:xfrm>
          <a:prstGeom prst="rect">
            <a:avLst/>
          </a:prstGeom>
        </p:spPr>
      </p:pic>
      <p:pic>
        <p:nvPicPr>
          <p:cNvPr id="36" name="!!ch_rect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470400"/>
            <a:ext cx="406400" cy="355600"/>
          </a:xfrm>
          <a:prstGeom prst="rect">
            <a:avLst/>
          </a:prstGeom>
        </p:spPr>
      </p:pic>
      <p:pic>
        <p:nvPicPr>
          <p:cNvPr id="37" name="!!ch_rn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3000" y="4927600"/>
            <a:ext cx="1371600" cy="304800"/>
          </a:xfrm>
          <a:prstGeom prst="rect">
            <a:avLst/>
          </a:prstGeom>
        </p:spPr>
      </p:pic>
      <p:pic>
        <p:nvPicPr>
          <p:cNvPr id="38" name="!!ch_recv7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95800" y="4927600"/>
            <a:ext cx="558800" cy="254000"/>
          </a:xfrm>
          <a:prstGeom prst="rect">
            <a:avLst/>
          </a:prstGeom>
        </p:spPr>
      </p:pic>
      <p:pic>
        <p:nvPicPr>
          <p:cNvPr id="39" name="!!ch_recv7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892800" y="4927600"/>
            <a:ext cx="558800" cy="254000"/>
          </a:xfrm>
          <a:prstGeom prst="rect">
            <a:avLst/>
          </a:prstGeom>
        </p:spPr>
      </p:pic>
      <p:pic>
        <p:nvPicPr>
          <p:cNvPr id="40" name="!!ch_rect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1000" y="4902200"/>
            <a:ext cx="406400" cy="355600"/>
          </a:xfrm>
          <a:prstGeom prst="rect">
            <a:avLst/>
          </a:prstGeom>
        </p:spPr>
      </p:pic>
      <p:pic>
        <p:nvPicPr>
          <p:cNvPr id="41" name="!!robot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42" name="!!cue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842000"/>
            <a:ext cx="101600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5842000"/>
            <a:ext cx="3175000" cy="190500"/>
          </a:xfrm>
          <a:prstGeom prst="rect">
            <a:avLst/>
          </a:prstGeom>
        </p:spPr>
      </p:pic>
      <p:pic>
        <p:nvPicPr>
          <p:cNvPr id="5" name="!!plinth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5397500"/>
            <a:ext cx="2032000" cy="444500"/>
          </a:xfrm>
          <a:prstGeom prst="rect">
            <a:avLst/>
          </a:prstGeom>
        </p:spPr>
      </p:pic>
      <p:pic>
        <p:nvPicPr>
          <p:cNvPr id="6" name="!!plinth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5397500"/>
            <a:ext cx="2032000" cy="444500"/>
          </a:xfrm>
          <a:prstGeom prst="rect">
            <a:avLst/>
          </a:prstGeom>
        </p:spPr>
      </p:pic>
      <p:pic>
        <p:nvPicPr>
          <p:cNvPr id="7" name="!!plinth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0" y="5397500"/>
            <a:ext cx="2032000" cy="444500"/>
          </a:xfrm>
          <a:prstGeom prst="rect">
            <a:avLst/>
          </a:prstGeom>
        </p:spPr>
      </p:pic>
      <p:pic>
        <p:nvPicPr>
          <p:cNvPr id="8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1750" y="3365500"/>
            <a:ext cx="1587500" cy="2032000"/>
          </a:xfrm>
          <a:prstGeom prst="rect">
            <a:avLst/>
          </a:prstGeom>
        </p:spPr>
      </p:pic>
      <p:pic>
        <p:nvPicPr>
          <p:cNvPr id="9" name="!!dia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2250" y="3873500"/>
            <a:ext cx="2349500" cy="1524000"/>
          </a:xfrm>
          <a:prstGeom prst="rect">
            <a:avLst/>
          </a:prstGeom>
        </p:spPr>
      </p:pic>
      <p:pic>
        <p:nvPicPr>
          <p:cNvPr id="10" name="!!swap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0" y="4381500"/>
            <a:ext cx="1397000" cy="1016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2" name="!!t_p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00" y="2794000"/>
            <a:ext cx="1682750" cy="381000"/>
          </a:xfrm>
          <a:prstGeom prst="rect">
            <a:avLst/>
          </a:prstGeom>
        </p:spPr>
      </p:pic>
      <p:pic>
        <p:nvPicPr>
          <p:cNvPr id="13" name="!!t_dia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7500" y="3365500"/>
            <a:ext cx="2190750" cy="317500"/>
          </a:xfrm>
          <a:prstGeom prst="rect">
            <a:avLst/>
          </a:prstGeom>
        </p:spPr>
      </p:pic>
      <p:pic>
        <p:nvPicPr>
          <p:cNvPr id="14" name="!!t_swap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12000" y="3810000"/>
            <a:ext cx="241300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778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5842000"/>
            <a:ext cx="3175000" cy="1905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pg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6" name="!!sta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9" name="!!t_num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0" name="!!t_la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1" name="!!t_num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2" name="!!t_la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5842000"/>
            <a:ext cx="3175000" cy="1905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dia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500" y="3048000"/>
            <a:ext cx="4254500" cy="279400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7" name="!!t_cu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" y="2571750"/>
            <a:ext cx="1968500" cy="635000"/>
          </a:xfrm>
          <a:prstGeom prst="rect">
            <a:avLst/>
          </a:prstGeom>
        </p:spPr>
      </p:pic>
      <p:pic>
        <p:nvPicPr>
          <p:cNvPr id="8" name="!!t_cu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7750" y="2571750"/>
            <a:ext cx="2349500" cy="635000"/>
          </a:xfrm>
          <a:prstGeom prst="rect">
            <a:avLst/>
          </a:prstGeom>
        </p:spPr>
      </p:pic>
      <p:pic>
        <p:nvPicPr>
          <p:cNvPr id="9" name="!!t_tick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68500" y="5397500"/>
            <a:ext cx="635000" cy="317500"/>
          </a:xfrm>
          <a:prstGeom prst="rect">
            <a:avLst/>
          </a:prstGeom>
        </p:spPr>
      </p:pic>
      <p:pic>
        <p:nvPicPr>
          <p:cNvPr id="10" name="!!t_tick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4500" y="5397500"/>
            <a:ext cx="635000" cy="317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term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9" name="!!ch_rk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0" name="!!ch_rk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1" name="!!ch_rk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2" name="!!ch_rk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3" name="!!ch_rkt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4" name="!!ch_rkt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5" name="!!ch_rkt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6" name="!!ch_rkt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7" name="!!ch_rkt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8" name="!!ch_rkt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19" name="!!ch_rkt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0" name="!!ch_rkt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1" name="!!ch_rkt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2" name="!!ch_rkt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3" name="!!ch_rkt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4" name="!!ch_rkt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5" name="!!ch_rkt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6" name="!!ch_rkt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7" name="!!ch_rkt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8" name="!!ch_rkt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0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4" name="!!term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8" name="!!ch_rkq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9" name="!!ch_rk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0" name="!!ch_rk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1" name="!!ch_rk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2" name="!!ch_rk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3" name="!!ch_rkt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4" name="!!ch_rkt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5" name="!!ch_rkt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6" name="!!ch_rkt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7" name="!!ch_rkt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8" name="!!ch_rkt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19" name="!!ch_rkt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0" name="!!ch_rkt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1" name="!!ch_rkt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2" name="!!ch_rkt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3" name="!!ch_rkt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4" name="!!ch_rkt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5" name="!!ch_rkt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6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7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8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29" name="!!ch_rk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1" name="!!sw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17000" y="4159250"/>
            <a:ext cx="1270000" cy="952500"/>
          </a:xfrm>
          <a:prstGeom prst="rect">
            <a:avLst/>
          </a:prstGeom>
        </p:spPr>
      </p:pic>
      <p:pic>
        <p:nvPicPr>
          <p:cNvPr id="32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5842000"/>
            <a:ext cx="10477500" cy="190500"/>
          </a:xfrm>
          <a:prstGeom prst="rect">
            <a:avLst/>
          </a:prstGeom>
        </p:spPr>
      </p:pic>
      <p:pic>
        <p:nvPicPr>
          <p:cNvPr id="4" name="!!panel_p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5" name="!!deck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6" name="!!pi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7" name="!!fly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8" name="!!fly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9" name="!!t_fif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0" name="!!t_s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7" name="!!t_o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8" name="!!t_new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6" name="!!plu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7" name="!!slip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8" name="!!slip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9" name="!!slip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0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1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2" name="!!t_pc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3" name="!!t_pc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0" name="!!t_bo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1" name="!!t_bo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4699000"/>
            <a:ext cx="2286000" cy="920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4699000"/>
            <a:ext cx="2286000" cy="92075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4699000"/>
            <a:ext cx="2286000" cy="92075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4699000"/>
            <a:ext cx="2286000" cy="92075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6" name="!!t_keyw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7" name="!!t_key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8" name="!!t_key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500" y="3111500"/>
            <a:ext cx="3556000" cy="2730500"/>
          </a:xfrm>
          <a:prstGeom prst="rect">
            <a:avLst/>
          </a:prstGeom>
        </p:spPr>
      </p:pic>
      <p:pic>
        <p:nvPicPr>
          <p:cNvPr id="6" name="!!sig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4762500"/>
            <a:ext cx="2444750" cy="1047750"/>
          </a:xfrm>
          <a:prstGeom prst="rect">
            <a:avLst/>
          </a:prstGeom>
        </p:spPr>
      </p:pic>
      <p:pic>
        <p:nvPicPr>
          <p:cNvPr id="7" name="!!sign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00" y="4762500"/>
            <a:ext cx="2413000" cy="104775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7750" y="1555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0" y="1555750"/>
            <a:ext cx="2190750" cy="1238250"/>
          </a:xfrm>
          <a:prstGeom prst="rect">
            <a:avLst/>
          </a:prstGeom>
        </p:spPr>
      </p:pic>
      <p:pic>
        <p:nvPicPr>
          <p:cNvPr id="10" name="!!t_key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1" name="!!t_key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2" name="!!t_key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d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955800"/>
            <a:ext cx="63500" cy="2908300"/>
          </a:xfrm>
          <a:prstGeom prst="rect">
            <a:avLst/>
          </a:prstGeom>
        </p:spPr>
      </p:pic>
      <p:pic>
        <p:nvPicPr>
          <p:cNvPr id="7" name="!!ch_ds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4800600"/>
            <a:ext cx="3810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9" name="!!ch_ds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2311400"/>
            <a:ext cx="965200" cy="254000"/>
          </a:xfrm>
          <a:prstGeom prst="rect">
            <a:avLst/>
          </a:prstGeom>
        </p:spPr>
      </p:pic>
      <p:pic>
        <p:nvPicPr>
          <p:cNvPr id="10" name="!!ch_ds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2108200"/>
            <a:ext cx="3111500" cy="558800"/>
          </a:xfrm>
          <a:prstGeom prst="rect">
            <a:avLst/>
          </a:prstGeom>
        </p:spPr>
      </p:pic>
      <p:pic>
        <p:nvPicPr>
          <p:cNvPr id="11" name="!!ch_ds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72300" y="2159000"/>
            <a:ext cx="508000" cy="508000"/>
          </a:xfrm>
          <a:prstGeom prst="rect">
            <a:avLst/>
          </a:prstGeom>
        </p:spPr>
      </p:pic>
      <p:pic>
        <p:nvPicPr>
          <p:cNvPr id="12" name="!!ch_dsn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7600" y="3302000"/>
            <a:ext cx="1244600" cy="203200"/>
          </a:xfrm>
          <a:prstGeom prst="rect">
            <a:avLst/>
          </a:prstGeom>
        </p:spPr>
      </p:pic>
      <p:pic>
        <p:nvPicPr>
          <p:cNvPr id="13" name="!!ch_ds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3000" y="3098800"/>
            <a:ext cx="1079500" cy="558800"/>
          </a:xfrm>
          <a:prstGeom prst="rect">
            <a:avLst/>
          </a:prstGeom>
        </p:spPr>
      </p:pic>
      <p:pic>
        <p:nvPicPr>
          <p:cNvPr id="14" name="!!ch_dsv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40300" y="3149600"/>
            <a:ext cx="355600" cy="508000"/>
          </a:xfrm>
          <a:prstGeom prst="rect">
            <a:avLst/>
          </a:prstGeom>
        </p:spPr>
      </p:pic>
      <p:pic>
        <p:nvPicPr>
          <p:cNvPr id="15" name="!!ch_ds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4100" y="4978400"/>
            <a:ext cx="152400" cy="254000"/>
          </a:xfrm>
          <a:prstGeom prst="rect">
            <a:avLst/>
          </a:prstGeom>
        </p:spPr>
      </p:pic>
      <p:pic>
        <p:nvPicPr>
          <p:cNvPr id="16" name="!!ch_ds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84800" y="4978400"/>
            <a:ext cx="254000" cy="254000"/>
          </a:xfrm>
          <a:prstGeom prst="rect">
            <a:avLst/>
          </a:prstGeom>
        </p:spPr>
      </p:pic>
      <p:pic>
        <p:nvPicPr>
          <p:cNvPr id="17" name="!!ch_ds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75500" y="4978400"/>
            <a:ext cx="355600" cy="254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826000"/>
            <a:ext cx="8382000" cy="1016000"/>
          </a:xfrm>
          <a:prstGeom prst="rect">
            <a:avLst/>
          </a:prstGeom>
        </p:spPr>
      </p:pic>
      <p:pic>
        <p:nvPicPr>
          <p:cNvPr id="6" name="!!ch_ds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1955800"/>
            <a:ext cx="63500" cy="2908300"/>
          </a:xfrm>
          <a:prstGeom prst="rect">
            <a:avLst/>
          </a:prstGeom>
        </p:spPr>
      </p:pic>
      <p:pic>
        <p:nvPicPr>
          <p:cNvPr id="7" name="!!ch_ds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4800600"/>
            <a:ext cx="3810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6667500" cy="457200"/>
          </a:xfrm>
          <a:prstGeom prst="rect">
            <a:avLst/>
          </a:prstGeom>
        </p:spPr>
      </p:pic>
      <p:pic>
        <p:nvPicPr>
          <p:cNvPr id="9" name="!!ch_ds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73200"/>
            <a:ext cx="6121400" cy="3048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83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2300" y="2159000"/>
            <a:ext cx="508000" cy="508000"/>
          </a:xfrm>
          <a:prstGeom prst="rect">
            <a:avLst/>
          </a:prstGeom>
        </p:spPr>
      </p:pic>
      <p:pic>
        <p:nvPicPr>
          <p:cNvPr id="13" name="!!ch_ds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7600" y="3251200"/>
            <a:ext cx="1879600" cy="254000"/>
          </a:xfrm>
          <a:prstGeom prst="rect">
            <a:avLst/>
          </a:prstGeom>
        </p:spPr>
      </p:pic>
      <p:pic>
        <p:nvPicPr>
          <p:cNvPr id="14" name="!!ch_dsb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83000" y="3098800"/>
            <a:ext cx="2222500" cy="558800"/>
          </a:xfrm>
          <a:prstGeom prst="rect">
            <a:avLst/>
          </a:prstGeom>
        </p:spPr>
      </p:pic>
      <p:pic>
        <p:nvPicPr>
          <p:cNvPr id="15" name="!!ch_dsv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83300" y="3149600"/>
            <a:ext cx="558800" cy="508000"/>
          </a:xfrm>
          <a:prstGeom prst="rect">
            <a:avLst/>
          </a:prstGeom>
        </p:spPr>
      </p:pic>
      <p:pic>
        <p:nvPicPr>
          <p:cNvPr id="16" name="!!ch_ds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7600" y="4292600"/>
            <a:ext cx="1244600" cy="203200"/>
          </a:xfrm>
          <a:prstGeom prst="rect">
            <a:avLst/>
          </a:prstGeom>
        </p:spPr>
      </p:pic>
      <p:pic>
        <p:nvPicPr>
          <p:cNvPr id="17" name="!!ch_dsb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83000" y="4089400"/>
            <a:ext cx="1079500" cy="558800"/>
          </a:xfrm>
          <a:prstGeom prst="rect">
            <a:avLst/>
          </a:prstGeom>
        </p:spPr>
      </p:pic>
      <p:pic>
        <p:nvPicPr>
          <p:cNvPr id="18" name="!!ch_ds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940300" y="4140200"/>
            <a:ext cx="355600" cy="508000"/>
          </a:xfrm>
          <a:prstGeom prst="rect">
            <a:avLst/>
          </a:prstGeom>
        </p:spPr>
      </p:pic>
      <p:pic>
        <p:nvPicPr>
          <p:cNvPr id="19" name="!!ch_dst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594100" y="4978400"/>
            <a:ext cx="152400" cy="254000"/>
          </a:xfrm>
          <a:prstGeom prst="rect">
            <a:avLst/>
          </a:prstGeom>
        </p:spPr>
      </p:pic>
      <p:pic>
        <p:nvPicPr>
          <p:cNvPr id="20" name="!!ch_dst1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84800" y="4978400"/>
            <a:ext cx="254000" cy="254000"/>
          </a:xfrm>
          <a:prstGeom prst="rect">
            <a:avLst/>
          </a:prstGeom>
        </p:spPr>
      </p:pic>
      <p:pic>
        <p:nvPicPr>
          <p:cNvPr id="21" name="!!ch_dst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75500" y="4978400"/>
            <a:ext cx="355600" cy="254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7500" y="3365500"/>
            <a:ext cx="2476500" cy="1746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5842000"/>
            <a:ext cx="10477500" cy="190500"/>
          </a:xfrm>
          <a:prstGeom prst="rect">
            <a:avLst/>
          </a:prstGeom>
        </p:spPr>
      </p:pic>
      <p:pic>
        <p:nvPicPr>
          <p:cNvPr id="4" name="!!rob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4750" y="1746250"/>
            <a:ext cx="5334000" cy="4095750"/>
          </a:xfrm>
          <a:prstGeom prst="rect">
            <a:avLst/>
          </a:prstGeom>
        </p:spPr>
      </p:pic>
      <p:pic>
        <p:nvPicPr>
          <p:cNvPr id="5" name="!!ds_new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750" y="1746250"/>
            <a:ext cx="5334000" cy="4095750"/>
          </a:xfrm>
          <a:prstGeom prst="rect">
            <a:avLst/>
          </a:prstGeom>
        </p:spPr>
      </p:pic>
      <p:pic>
        <p:nvPicPr>
          <p:cNvPr id="6" name="!!brack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762000"/>
            <a:ext cx="5207000" cy="381000"/>
          </a:xfrm>
          <a:prstGeom prst="rect">
            <a:avLst/>
          </a:prstGeom>
        </p:spPr>
      </p:pic>
      <p:pic>
        <p:nvPicPr>
          <p:cNvPr id="7" name="!!t_dsrun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1143000"/>
            <a:ext cx="2698750" cy="635000"/>
          </a:xfrm>
          <a:prstGeom prst="rect">
            <a:avLst/>
          </a:prstGeom>
        </p:spPr>
      </p:pic>
      <p:pic>
        <p:nvPicPr>
          <p:cNvPr id="8" name="!!t_dsrun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5250" y="1143000"/>
            <a:ext cx="1873250" cy="635000"/>
          </a:xfrm>
          <a:prstGeom prst="rect">
            <a:avLst/>
          </a:prstGeom>
        </p:spPr>
      </p:pic>
      <p:pic>
        <p:nvPicPr>
          <p:cNvPr id="9" name="!!t_ds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5500" y="127000"/>
            <a:ext cx="29527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52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panel_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6" name="!!panel_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panel_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6" name="!!panel_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7" name="!!ch_ex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9" name="!!ch_ex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0" name="!!ch_ex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1" name="!!ch_ex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2" name="!!ch_ex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3" name="!!ch_ex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4" name="!!ch_ext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5" name="!!ch_ext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6" name="!!ch_ext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7" name="!!ch_ext3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8" name="!!ch_excap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17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6" name="!!ch_ex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7" name="!!ch_exaxh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9" name="!!ch_ex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0" name="!!ch_ex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1" name="!!ch_ex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2" name="!!ch_ex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3" name="!!ch_ex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4" name="!!ch_exl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5" name="!!ch_ex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6" name="!!ch_ex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7" name="!!ch_exb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8" name="!!ch_exv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19" name="!!ch_ext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0" name="!!ch_ext1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1" name="!!ch_ext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2" name="!!ch_ext3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3" name="!!ch_excap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64000" y="4597400"/>
            <a:ext cx="6553200" cy="304800"/>
          </a:xfrm>
          <a:prstGeom prst="rect">
            <a:avLst/>
          </a:prstGeom>
        </p:spPr>
      </p:pic>
      <p:pic>
        <p:nvPicPr>
          <p:cNvPr id="24" name="!!robot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17500" y="3111500"/>
            <a:ext cx="3556000" cy="2730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42000"/>
            <a:ext cx="9525000" cy="1905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5" name="!!ar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6" name="!!ar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7" name="!!kge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8" name="!!kdate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9" name="!!ksiz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0" name="!!kag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1" name="!!t_doc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2" name="!!t_k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3" name="!!t_k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doc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5" name="!!ch_kdax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6" name="!!ch_kdax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8" name="!!ch_kd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9" name="!!ch_kdot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0" name="!!ch_kd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1" name="!!ch_kd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2" name="!!ch_kdo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3" name="!!ch_kdn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4" name="!!ch_kdg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5" name="!!ch_kdo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6" name="!!ch_kdn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17" name="!!ch_kdg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18" name="!!ch_kdo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19" name="!!ch_kdn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0" name="!!ch_kdg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1" name="!!ch_kdo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2" name="!!ch_kdn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3" name="!!ch_kdg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4" name="!!ch_kdo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5" name="!!ch_kdn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6" name="!!ch_kdg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27" name="!!ch_kdo5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28" name="!!ch_kdn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29" name="!!ch_kdg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0" name="!!ch_kdo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1" name="!!ch_kdn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2" name="!!ch_kdg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3" name="!!ch_kdo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4" name="!!cue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4000" y="6159500"/>
            <a:ext cx="457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doc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5" name="!!ch_kdax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6" name="!!ch_kdax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7" name="!!ch_kdhl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006600"/>
            <a:ext cx="10515600" cy="3810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4" name="!!ch_kdvg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5500" y="2057400"/>
            <a:ext cx="863600" cy="254000"/>
          </a:xfrm>
          <a:prstGeom prst="rect">
            <a:avLst/>
          </a:prstGeom>
        </p:spPr>
      </p:pic>
      <p:pic>
        <p:nvPicPr>
          <p:cNvPr id="15" name="!!ch_kdvo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99500" y="2057400"/>
            <a:ext cx="635000" cy="254000"/>
          </a:xfrm>
          <a:prstGeom prst="rect">
            <a:avLst/>
          </a:prstGeom>
        </p:spPr>
      </p:pic>
      <p:pic>
        <p:nvPicPr>
          <p:cNvPr id="16" name="!!ch_kdn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7" name="!!ch_kdg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8" name="!!ch_kdo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9" name="!!ch_kdn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0" name="!!ch_kdg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1" name="!!ch_kdo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2" name="!!ch_kdn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3" name="!!ch_kdg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4" name="!!ch_kdo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5" name="!!ch_kdn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6" name="!!ch_kdg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7" name="!!ch_kdo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8" name="!!ch_kdn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9" name="!!ch_kdg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0" name="!!ch_kdo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1" name="!!ch_kd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2" name="!!ch_kdg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3" name="!!ch_kdo6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4" name="!!ch_kdn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5" name="!!ch_kdg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6" name="!!ch_kdo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7" name="!!cue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doc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4" name="!!stan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5" name="!!ch_kdax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6" name="!!ch_kdax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7" name="!!ch_kdhl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3632200"/>
            <a:ext cx="10515600" cy="381000"/>
          </a:xfrm>
          <a:prstGeom prst="rect">
            <a:avLst/>
          </a:prstGeom>
        </p:spPr>
      </p:pic>
      <p:pic>
        <p:nvPicPr>
          <p:cNvPr id="8" name="!!ch_kdhl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445000"/>
            <a:ext cx="10515600" cy="381000"/>
          </a:xfrm>
          <a:prstGeom prst="rect">
            <a:avLst/>
          </a:prstGeom>
        </p:spPr>
      </p:pic>
      <p:pic>
        <p:nvPicPr>
          <p:cNvPr id="9" name="!!ch_kdhl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851400"/>
            <a:ext cx="10515600" cy="3810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1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2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3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4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5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6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7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8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9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0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1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2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3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4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5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6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7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8" name="!!ch_kdvg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762500" y="3683000"/>
            <a:ext cx="762000" cy="254000"/>
          </a:xfrm>
          <a:prstGeom prst="rect">
            <a:avLst/>
          </a:prstGeom>
        </p:spPr>
      </p:pic>
      <p:pic>
        <p:nvPicPr>
          <p:cNvPr id="29" name="!!ch_kdvo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271000" y="3683000"/>
            <a:ext cx="736600" cy="254000"/>
          </a:xfrm>
          <a:prstGeom prst="rect">
            <a:avLst/>
          </a:prstGeom>
        </p:spPr>
      </p:pic>
      <p:pic>
        <p:nvPicPr>
          <p:cNvPr id="30" name="!!ch_kdn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1" name="!!ch_kdg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2" name="!!ch_kdo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3" name="!!ch_kd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4" name="!!ch_kdg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5" name="!!ch_kdo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6" name="!!ch_kdvg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83100" y="4495800"/>
            <a:ext cx="736600" cy="254000"/>
          </a:xfrm>
          <a:prstGeom prst="rect">
            <a:avLst/>
          </a:prstGeom>
        </p:spPr>
      </p:pic>
      <p:pic>
        <p:nvPicPr>
          <p:cNvPr id="37" name="!!ch_kdvo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334500" y="4495800"/>
            <a:ext cx="736600" cy="254000"/>
          </a:xfrm>
          <a:prstGeom prst="rect">
            <a:avLst/>
          </a:prstGeom>
        </p:spPr>
      </p:pic>
      <p:pic>
        <p:nvPicPr>
          <p:cNvPr id="38" name="!!ch_kdn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9" name="!!ch_kdg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40" name="!!ch_kdo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41" name="!!ch_kdvg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83100" y="4902200"/>
            <a:ext cx="736600" cy="254000"/>
          </a:xfrm>
          <a:prstGeom prst="rect">
            <a:avLst/>
          </a:prstGeom>
        </p:spPr>
      </p:pic>
      <p:pic>
        <p:nvPicPr>
          <p:cNvPr id="42" name="!!ch_kdvo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14000" y="4902200"/>
            <a:ext cx="863600" cy="2540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5" name="!!scale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6" name="!!sca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2667000"/>
            <a:ext cx="5016500" cy="3175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8" name="!!t_ln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4" name="!!panel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5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0" y="5143500"/>
            <a:ext cx="52705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19685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9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250" y="5270500"/>
            <a:ext cx="3524250" cy="381000"/>
          </a:xfrm>
          <a:prstGeom prst="rect">
            <a:avLst/>
          </a:prstGeom>
        </p:spPr>
      </p:pic>
      <p:pic>
        <p:nvPicPr>
          <p:cNvPr id="10" name="!!t_ly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0500" y="5302250"/>
            <a:ext cx="2857500" cy="317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fac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079750"/>
            <a:ext cx="3556000" cy="117475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1250" y="2254250"/>
            <a:ext cx="2000250" cy="200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t_v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4635500"/>
            <a:ext cx="4318000" cy="381000"/>
          </a:xfrm>
          <a:prstGeom prst="rect">
            <a:avLst/>
          </a:prstGeom>
        </p:spPr>
      </p:pic>
      <p:pic>
        <p:nvPicPr>
          <p:cNvPr id="8" name="!!t_v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5250" y="4635500"/>
            <a:ext cx="4032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6" name="!!t_tot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52750" y="571500"/>
            <a:ext cx="5048250" cy="381000"/>
          </a:xfrm>
          <a:prstGeom prst="rect">
            <a:avLst/>
          </a:prstGeom>
        </p:spPr>
      </p:pic>
      <p:pic>
        <p:nvPicPr>
          <p:cNvPr id="17" name="!!t_t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18500" y="444500"/>
            <a:ext cx="9525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6" name="!!t_tot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571500"/>
            <a:ext cx="5048250" cy="381000"/>
          </a:xfrm>
          <a:prstGeom prst="rect">
            <a:avLst/>
          </a:prstGeom>
        </p:spPr>
      </p:pic>
      <p:pic>
        <p:nvPicPr>
          <p:cNvPr id="17" name="!!t_t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1250" y="444500"/>
            <a:ext cx="26670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6" name="!!ch_rc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743200"/>
            <a:ext cx="63500" cy="17399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9" name="!!ch_rclg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0" name="!!ch_rclg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1" name="!!ch_rc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2" name="!!ch_rcp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3" name="!!ch_rcn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4" name="!!ch_rcg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6" name="!!held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6" name="!!ch_rc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743200"/>
            <a:ext cx="63500" cy="17399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9" name="!!ch_rclg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0" name="!!ch_rclg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1" name="!!ch_rcl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2" name="!!ch_rcp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3" name="!!ch_rcn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4" name="!!ch_rcl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5" name="!!ch_rcp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6" name="!!ch_rc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7" name="!!ch_rcg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6" name="!!ch_rc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2743200"/>
            <a:ext cx="63500" cy="1739900"/>
          </a:xfrm>
          <a:prstGeom prst="rect">
            <a:avLst/>
          </a:prstGeom>
        </p:spPr>
      </p:pic>
      <p:pic>
        <p:nvPicPr>
          <p:cNvPr id="7" name="!!ch_rcgl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4400" y="4648200"/>
            <a:ext cx="2768600" cy="3810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7117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held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57750" y="4762500"/>
            <a:ext cx="4286250" cy="34925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3683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7" name="!!a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2794000"/>
            <a:ext cx="4254500" cy="146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0" name="!!t_num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2000" y="1968500"/>
            <a:ext cx="2476500" cy="317500"/>
          </a:xfrm>
          <a:prstGeom prst="rect">
            <a:avLst/>
          </a:prstGeom>
        </p:spPr>
      </p:pic>
      <p:pic>
        <p:nvPicPr>
          <p:cNvPr id="11" name="!!leade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6500" y="2127250"/>
            <a:ext cx="2000250" cy="11747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3397250"/>
            <a:ext cx="3175000" cy="244475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4445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7" name="!!a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2794000"/>
            <a:ext cx="4254500" cy="2222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8750" y="1746250"/>
            <a:ext cx="5334000" cy="40957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0" y="857250"/>
            <a:ext cx="301625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588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750" y="3397250"/>
            <a:ext cx="3175000" cy="244475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6" name="!!ch_di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9" name="!!ch_dil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0" name="!!ch_di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1" name="!!ch_di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2" name="!!ch_di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3" name="!!ch_di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4" name="!!ch_div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5" name="!!ch_di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6" name="!!ch_div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7" name="!!map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8" name="!!ch_div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19" name="!!ch_dil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0" name="!!ch_diar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2" name="!!held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7" name="!!he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8" name="!!t_nam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6" name="!!say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6" name="!!say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slot_lb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2" name="!!t_al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3250" y="5175250"/>
            <a:ext cx="1365250" cy="317500"/>
          </a:xfrm>
          <a:prstGeom prst="rect">
            <a:avLst/>
          </a:prstGeom>
        </p:spPr>
      </p:pic>
      <p:pic>
        <p:nvPicPr>
          <p:cNvPr id="13" name="!!t_lv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lad_q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1714500"/>
            <a:ext cx="3429000" cy="127000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2" name="!!slot_lb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2000250"/>
            <a:ext cx="1143000" cy="635000"/>
          </a:xfrm>
          <a:prstGeom prst="rect">
            <a:avLst/>
          </a:prstGeom>
        </p:spPr>
      </p:pic>
      <p:pic>
        <p:nvPicPr>
          <p:cNvPr id="13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4" name="!!t_al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3250" y="5175250"/>
            <a:ext cx="1365250" cy="317500"/>
          </a:xfrm>
          <a:prstGeom prst="rect">
            <a:avLst/>
          </a:prstGeom>
        </p:spPr>
      </p:pic>
      <p:pic>
        <p:nvPicPr>
          <p:cNvPr id="15" name="!!t_l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6" name="!!t_lv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70500" y="2000250"/>
            <a:ext cx="120650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lad_q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1714500"/>
            <a:ext cx="3429000" cy="1270000"/>
          </a:xfrm>
          <a:prstGeom prst="rect">
            <a:avLst/>
          </a:prstGeom>
        </p:spPr>
      </p:pic>
      <p:pic>
        <p:nvPicPr>
          <p:cNvPr id="11" name="!!lad_q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952750"/>
            <a:ext cx="3429000" cy="12065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2000250"/>
            <a:ext cx="1143000" cy="635000"/>
          </a:xfrm>
          <a:prstGeom prst="rect">
            <a:avLst/>
          </a:prstGeom>
        </p:spPr>
      </p:pic>
      <p:pic>
        <p:nvPicPr>
          <p:cNvPr id="14" name="!!slot_lb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3206750"/>
            <a:ext cx="254000" cy="63500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6" name="!!held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38750" y="3429000"/>
            <a:ext cx="4603750" cy="1682750"/>
          </a:xfrm>
          <a:prstGeom prst="rect">
            <a:avLst/>
          </a:prstGeom>
        </p:spPr>
      </p:pic>
      <p:pic>
        <p:nvPicPr>
          <p:cNvPr id="17" name="!!t_al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3250" y="5175250"/>
            <a:ext cx="1365250" cy="317500"/>
          </a:xfrm>
          <a:prstGeom prst="rect">
            <a:avLst/>
          </a:prstGeom>
        </p:spPr>
      </p:pic>
      <p:pic>
        <p:nvPicPr>
          <p:cNvPr id="18" name="!!t_lv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9" name="!!t_l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0500" y="2000250"/>
            <a:ext cx="1206500" cy="635000"/>
          </a:xfrm>
          <a:prstGeom prst="rect">
            <a:avLst/>
          </a:prstGeom>
        </p:spPr>
      </p:pic>
      <p:pic>
        <p:nvPicPr>
          <p:cNvPr id="20" name="!!t_l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206750"/>
            <a:ext cx="82550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5048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5842000"/>
            <a:ext cx="3175000" cy="190500"/>
          </a:xfrm>
          <a:prstGeom prst="rect">
            <a:avLst/>
          </a:prstGeom>
        </p:spPr>
      </p:pic>
      <p:pic>
        <p:nvPicPr>
          <p:cNvPr id="4" name="!!slot_t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793750"/>
            <a:ext cx="5651500" cy="635000"/>
          </a:xfrm>
          <a:prstGeom prst="rect">
            <a:avLst/>
          </a:prstGeom>
        </p:spPr>
      </p:pic>
      <p:pic>
        <p:nvPicPr>
          <p:cNvPr id="5" name="!!slot_tr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2000250"/>
            <a:ext cx="5651500" cy="635000"/>
          </a:xfrm>
          <a:prstGeom prst="rect">
            <a:avLst/>
          </a:prstGeom>
        </p:spPr>
      </p:pic>
      <p:pic>
        <p:nvPicPr>
          <p:cNvPr id="6" name="!!slot_tr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3206750"/>
            <a:ext cx="5651500" cy="635000"/>
          </a:xfrm>
          <a:prstGeom prst="rect">
            <a:avLst/>
          </a:prstGeom>
        </p:spPr>
      </p:pic>
      <p:pic>
        <p:nvPicPr>
          <p:cNvPr id="7" name="!!slot_tr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00" y="4413250"/>
            <a:ext cx="5651500" cy="635000"/>
          </a:xfrm>
          <a:prstGeom prst="rect">
            <a:avLst/>
          </a:prstGeom>
        </p:spPr>
      </p:pic>
      <p:pic>
        <p:nvPicPr>
          <p:cNvPr id="8" name="!!lad_ax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1750" y="635000"/>
            <a:ext cx="63500" cy="4635500"/>
          </a:xfrm>
          <a:prstGeom prst="rect">
            <a:avLst/>
          </a:prstGeom>
        </p:spPr>
      </p:pic>
      <p:pic>
        <p:nvPicPr>
          <p:cNvPr id="9" name="!!lad_q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508000"/>
            <a:ext cx="3429000" cy="1270000"/>
          </a:xfrm>
          <a:prstGeom prst="rect">
            <a:avLst/>
          </a:prstGeom>
        </p:spPr>
      </p:pic>
      <p:pic>
        <p:nvPicPr>
          <p:cNvPr id="10" name="!!lad_q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1714500"/>
            <a:ext cx="3429000" cy="1270000"/>
          </a:xfrm>
          <a:prstGeom prst="rect">
            <a:avLst/>
          </a:prstGeom>
        </p:spPr>
      </p:pic>
      <p:pic>
        <p:nvPicPr>
          <p:cNvPr id="11" name="!!lad_q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952750"/>
            <a:ext cx="3429000" cy="1206500"/>
          </a:xfrm>
          <a:prstGeom prst="rect">
            <a:avLst/>
          </a:prstGeom>
        </p:spPr>
      </p:pic>
      <p:pic>
        <p:nvPicPr>
          <p:cNvPr id="12" name="!!lad_q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4159250"/>
            <a:ext cx="3429000" cy="12065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793750"/>
            <a:ext cx="107950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2000250"/>
            <a:ext cx="114300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37000" y="3206750"/>
            <a:ext cx="254000" cy="635000"/>
          </a:xfrm>
          <a:prstGeom prst="rect">
            <a:avLst/>
          </a:prstGeom>
        </p:spPr>
      </p:pic>
      <p:pic>
        <p:nvPicPr>
          <p:cNvPr id="16" name="!!slot_lb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37000" y="4413250"/>
            <a:ext cx="5524500" cy="63500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98000" y="3111500"/>
            <a:ext cx="3556000" cy="2730500"/>
          </a:xfrm>
          <a:prstGeom prst="rect">
            <a:avLst/>
          </a:prstGeom>
        </p:spPr>
      </p:pic>
      <p:pic>
        <p:nvPicPr>
          <p:cNvPr id="18" name="!!t_lv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07000" y="793750"/>
            <a:ext cx="1079500" cy="635000"/>
          </a:xfrm>
          <a:prstGeom prst="rect">
            <a:avLst/>
          </a:prstGeom>
        </p:spPr>
      </p:pic>
      <p:pic>
        <p:nvPicPr>
          <p:cNvPr id="19" name="!!t_l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0500" y="2000250"/>
            <a:ext cx="1206500" cy="635000"/>
          </a:xfrm>
          <a:prstGeom prst="rect">
            <a:avLst/>
          </a:prstGeom>
        </p:spPr>
      </p:pic>
      <p:pic>
        <p:nvPicPr>
          <p:cNvPr id="20" name="!!t_l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206750"/>
            <a:ext cx="825500" cy="635000"/>
          </a:xfrm>
          <a:prstGeom prst="rect">
            <a:avLst/>
          </a:prstGeom>
        </p:spPr>
      </p:pic>
      <p:pic>
        <p:nvPicPr>
          <p:cNvPr id="21" name="!!t_lv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80250" y="4572000"/>
            <a:ext cx="2222500" cy="3175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map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4" name="!!qq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5" name="!!qq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6" name="!!qno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7" name="!!qok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8" name="!!qno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9" name="!!qok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0" name="!!t_read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9750" y="4953000"/>
            <a:ext cx="3175000" cy="635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map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0" y="1270000"/>
            <a:ext cx="5397500" cy="3492500"/>
          </a:xfrm>
          <a:prstGeom prst="rect">
            <a:avLst/>
          </a:prstGeom>
        </p:spPr>
      </p:pic>
      <p:pic>
        <p:nvPicPr>
          <p:cNvPr id="4" name="!!map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5500" y="254000"/>
            <a:ext cx="5461000" cy="730250"/>
          </a:xfrm>
          <a:prstGeom prst="rect">
            <a:avLst/>
          </a:prstGeom>
        </p:spPr>
      </p:pic>
      <p:pic>
        <p:nvPicPr>
          <p:cNvPr id="6" name="!!t_read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0750" y="4953000"/>
            <a:ext cx="3175000" cy="635000"/>
          </a:xfrm>
          <a:prstGeom prst="rect">
            <a:avLst/>
          </a:prstGeom>
        </p:spPr>
      </p:pic>
      <p:pic>
        <p:nvPicPr>
          <p:cNvPr id="7" name="!!t_read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500" y="4953000"/>
            <a:ext cx="5175250" cy="63500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8" name="!!ch_abn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9" name="!!ch_ab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0" name="!!abmap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6" name="!!ch_bd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600" y="800100"/>
            <a:ext cx="5181600" cy="457200"/>
          </a:xfrm>
          <a:prstGeom prst="rect">
            <a:avLst/>
          </a:prstGeom>
        </p:spPr>
      </p:pic>
      <p:pic>
        <p:nvPicPr>
          <p:cNvPr id="7" name="!!ch_bd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600" y="1422400"/>
            <a:ext cx="4495800" cy="304800"/>
          </a:xfrm>
          <a:prstGeom prst="rect">
            <a:avLst/>
          </a:prstGeom>
        </p:spPr>
      </p:pic>
      <p:pic>
        <p:nvPicPr>
          <p:cNvPr id="8" name="!!ch_abn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0" y="2413000"/>
            <a:ext cx="1447800" cy="762000"/>
          </a:xfrm>
          <a:prstGeom prst="rect">
            <a:avLst/>
          </a:prstGeom>
        </p:spPr>
      </p:pic>
      <p:pic>
        <p:nvPicPr>
          <p:cNvPr id="9" name="!!ch_ab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3810000"/>
            <a:ext cx="1879600" cy="812800"/>
          </a:xfrm>
          <a:prstGeom prst="rect">
            <a:avLst/>
          </a:prstGeom>
        </p:spPr>
      </p:pic>
      <p:pic>
        <p:nvPicPr>
          <p:cNvPr id="10" name="!!abmap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1968500"/>
            <a:ext cx="3492500" cy="22225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5842000"/>
            <a:ext cx="3175000" cy="190500"/>
          </a:xfrm>
          <a:prstGeom prst="rect">
            <a:avLst/>
          </a:prstGeom>
        </p:spPr>
      </p:pic>
      <p:pic>
        <p:nvPicPr>
          <p:cNvPr id="4" name="!!ch_b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4300"/>
            <a:ext cx="8890000" cy="5994400"/>
          </a:xfrm>
          <a:prstGeom prst="rect">
            <a:avLst/>
          </a:prstGeom>
        </p:spPr>
      </p:pic>
      <p:pic>
        <p:nvPicPr>
          <p:cNvPr id="5" name="!!ch_f2g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0" y="304800"/>
            <a:ext cx="63500" cy="55118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304800"/>
            <a:ext cx="63500" cy="5511800"/>
          </a:xfrm>
          <a:prstGeom prst="rect">
            <a:avLst/>
          </a:prstGeom>
        </p:spPr>
      </p:pic>
      <p:pic>
        <p:nvPicPr>
          <p:cNvPr id="7" name="!!ch_f2axi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304800"/>
            <a:ext cx="63500" cy="55118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9600" y="3517900"/>
            <a:ext cx="19812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9600" y="4013200"/>
            <a:ext cx="2159000" cy="673100"/>
          </a:xfrm>
          <a:prstGeom prst="rect">
            <a:avLst/>
          </a:prstGeom>
        </p:spPr>
      </p:pic>
      <p:pic>
        <p:nvPicPr>
          <p:cNvPr id="10" name="!!ch_f2y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3000" y="5435600"/>
            <a:ext cx="457200" cy="254000"/>
          </a:xfrm>
          <a:prstGeom prst="rect">
            <a:avLst/>
          </a:prstGeom>
        </p:spPr>
      </p:pic>
      <p:pic>
        <p:nvPicPr>
          <p:cNvPr id="11" name="!!ch_f2y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7900" y="5435600"/>
            <a:ext cx="558800" cy="254000"/>
          </a:xfrm>
          <a:prstGeom prst="rect">
            <a:avLst/>
          </a:prstGeom>
        </p:spPr>
      </p:pic>
      <p:pic>
        <p:nvPicPr>
          <p:cNvPr id="12" name="!!ch_f2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59600" y="4762500"/>
            <a:ext cx="15240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4" name="!!ch_f2b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406400"/>
            <a:ext cx="3238500" cy="190500"/>
          </a:xfrm>
          <a:prstGeom prst="rect">
            <a:avLst/>
          </a:prstGeom>
        </p:spPr>
      </p:pic>
      <p:pic>
        <p:nvPicPr>
          <p:cNvPr id="15" name="!!ch_f2k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406400"/>
            <a:ext cx="203200" cy="177800"/>
          </a:xfrm>
          <a:prstGeom prst="rect">
            <a:avLst/>
          </a:prstGeom>
        </p:spPr>
      </p:pic>
      <p:pic>
        <p:nvPicPr>
          <p:cNvPr id="16" name="!!ch_f2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41600" y="723900"/>
            <a:ext cx="1397000" cy="254000"/>
          </a:xfrm>
          <a:prstGeom prst="rect">
            <a:avLst/>
          </a:prstGeom>
        </p:spPr>
      </p:pic>
      <p:pic>
        <p:nvPicPr>
          <p:cNvPr id="17" name="!!ch_f2b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49300"/>
            <a:ext cx="1778000" cy="190500"/>
          </a:xfrm>
          <a:prstGeom prst="rect">
            <a:avLst/>
          </a:prstGeom>
        </p:spPr>
      </p:pic>
      <p:pic>
        <p:nvPicPr>
          <p:cNvPr id="18" name="!!ch_f2k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749300"/>
            <a:ext cx="203200" cy="177800"/>
          </a:xfrm>
          <a:prstGeom prst="rect">
            <a:avLst/>
          </a:prstGeom>
        </p:spPr>
      </p:pic>
      <p:pic>
        <p:nvPicPr>
          <p:cNvPr id="19" name="!!ch_f2l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79600" y="1066800"/>
            <a:ext cx="2159000" cy="254000"/>
          </a:xfrm>
          <a:prstGeom prst="rect">
            <a:avLst/>
          </a:prstGeom>
        </p:spPr>
      </p:pic>
      <p:pic>
        <p:nvPicPr>
          <p:cNvPr id="20" name="!!ch_f2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1092200"/>
            <a:ext cx="1587500" cy="190500"/>
          </a:xfrm>
          <a:prstGeom prst="rect">
            <a:avLst/>
          </a:prstGeom>
        </p:spPr>
      </p:pic>
      <p:pic>
        <p:nvPicPr>
          <p:cNvPr id="21" name="!!ch_f2k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1092200"/>
            <a:ext cx="203200" cy="177800"/>
          </a:xfrm>
          <a:prstGeom prst="rect">
            <a:avLst/>
          </a:prstGeom>
        </p:spPr>
      </p:pic>
      <p:pic>
        <p:nvPicPr>
          <p:cNvPr id="22" name="!!ch_f2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67000" y="1409700"/>
            <a:ext cx="1371600" cy="304800"/>
          </a:xfrm>
          <a:prstGeom prst="rect">
            <a:avLst/>
          </a:prstGeom>
        </p:spPr>
      </p:pic>
      <p:pic>
        <p:nvPicPr>
          <p:cNvPr id="23" name="!!ch_f2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435100"/>
            <a:ext cx="1079500" cy="190500"/>
          </a:xfrm>
          <a:prstGeom prst="rect">
            <a:avLst/>
          </a:prstGeom>
        </p:spPr>
      </p:pic>
      <p:pic>
        <p:nvPicPr>
          <p:cNvPr id="24" name="!!ch_f2k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1435100"/>
            <a:ext cx="203200" cy="177800"/>
          </a:xfrm>
          <a:prstGeom prst="rect">
            <a:avLst/>
          </a:prstGeom>
        </p:spPr>
      </p:pic>
      <p:pic>
        <p:nvPicPr>
          <p:cNvPr id="25" name="!!ch_f2l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06600" y="1752600"/>
            <a:ext cx="2032000" cy="254000"/>
          </a:xfrm>
          <a:prstGeom prst="rect">
            <a:avLst/>
          </a:prstGeom>
        </p:spPr>
      </p:pic>
      <p:pic>
        <p:nvPicPr>
          <p:cNvPr id="26" name="!!ch_f2b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778000"/>
            <a:ext cx="762000" cy="190500"/>
          </a:xfrm>
          <a:prstGeom prst="rect">
            <a:avLst/>
          </a:prstGeom>
        </p:spPr>
      </p:pic>
      <p:pic>
        <p:nvPicPr>
          <p:cNvPr id="27" name="!!ch_f2k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1778000"/>
            <a:ext cx="203200" cy="177800"/>
          </a:xfrm>
          <a:prstGeom prst="rect">
            <a:avLst/>
          </a:prstGeom>
        </p:spPr>
      </p:pic>
      <p:pic>
        <p:nvPicPr>
          <p:cNvPr id="28" name="!!ch_f2l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24000" y="2095500"/>
            <a:ext cx="2514600" cy="254000"/>
          </a:xfrm>
          <a:prstGeom prst="rect">
            <a:avLst/>
          </a:prstGeom>
        </p:spPr>
      </p:pic>
      <p:pic>
        <p:nvPicPr>
          <p:cNvPr id="29" name="!!ch_f2b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120900"/>
            <a:ext cx="508000" cy="190500"/>
          </a:xfrm>
          <a:prstGeom prst="rect">
            <a:avLst/>
          </a:prstGeom>
        </p:spPr>
      </p:pic>
      <p:pic>
        <p:nvPicPr>
          <p:cNvPr id="30" name="!!ch_f2k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2120900"/>
            <a:ext cx="203200" cy="177800"/>
          </a:xfrm>
          <a:prstGeom prst="rect">
            <a:avLst/>
          </a:prstGeom>
        </p:spPr>
      </p:pic>
      <p:pic>
        <p:nvPicPr>
          <p:cNvPr id="31" name="!!ch_f2l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05000" y="2438400"/>
            <a:ext cx="2133600" cy="254000"/>
          </a:xfrm>
          <a:prstGeom prst="rect">
            <a:avLst/>
          </a:prstGeom>
        </p:spPr>
      </p:pic>
      <p:pic>
        <p:nvPicPr>
          <p:cNvPr id="32" name="!!ch_f2b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463800"/>
            <a:ext cx="508000" cy="190500"/>
          </a:xfrm>
          <a:prstGeom prst="rect">
            <a:avLst/>
          </a:prstGeom>
        </p:spPr>
      </p:pic>
      <p:pic>
        <p:nvPicPr>
          <p:cNvPr id="33" name="!!ch_f2k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2463800"/>
            <a:ext cx="203200" cy="177800"/>
          </a:xfrm>
          <a:prstGeom prst="rect">
            <a:avLst/>
          </a:prstGeom>
        </p:spPr>
      </p:pic>
      <p:pic>
        <p:nvPicPr>
          <p:cNvPr id="34" name="!!ch_f2l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336800" y="2781300"/>
            <a:ext cx="1701800" cy="254000"/>
          </a:xfrm>
          <a:prstGeom prst="rect">
            <a:avLst/>
          </a:prstGeom>
        </p:spPr>
      </p:pic>
      <p:pic>
        <p:nvPicPr>
          <p:cNvPr id="35" name="!!ch_f2b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806700"/>
            <a:ext cx="444500" cy="190500"/>
          </a:xfrm>
          <a:prstGeom prst="rect">
            <a:avLst/>
          </a:prstGeom>
        </p:spPr>
      </p:pic>
      <p:pic>
        <p:nvPicPr>
          <p:cNvPr id="36" name="!!ch_f2l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955800" y="3124200"/>
            <a:ext cx="2082800" cy="304800"/>
          </a:xfrm>
          <a:prstGeom prst="rect">
            <a:avLst/>
          </a:prstGeom>
        </p:spPr>
      </p:pic>
      <p:pic>
        <p:nvPicPr>
          <p:cNvPr id="37" name="!!ch_f2b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3149600"/>
            <a:ext cx="292100" cy="190500"/>
          </a:xfrm>
          <a:prstGeom prst="rect">
            <a:avLst/>
          </a:prstGeom>
        </p:spPr>
      </p:pic>
      <p:pic>
        <p:nvPicPr>
          <p:cNvPr id="38" name="!!ch_f2k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34300" y="3149600"/>
            <a:ext cx="203200" cy="177800"/>
          </a:xfrm>
          <a:prstGeom prst="rect">
            <a:avLst/>
          </a:prstGeom>
        </p:spPr>
      </p:pic>
      <p:pic>
        <p:nvPicPr>
          <p:cNvPr id="39" name="!!ch_f2l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59000" y="3467100"/>
            <a:ext cx="1879600" cy="254000"/>
          </a:xfrm>
          <a:prstGeom prst="rect">
            <a:avLst/>
          </a:prstGeom>
        </p:spPr>
      </p:pic>
      <p:pic>
        <p:nvPicPr>
          <p:cNvPr id="40" name="!!ch_f2b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492500"/>
            <a:ext cx="114300" cy="190500"/>
          </a:xfrm>
          <a:prstGeom prst="rect">
            <a:avLst/>
          </a:prstGeom>
        </p:spPr>
      </p:pic>
      <p:pic>
        <p:nvPicPr>
          <p:cNvPr id="41" name="!!ch_f2l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828800" y="3810000"/>
            <a:ext cx="2209800" cy="254000"/>
          </a:xfrm>
          <a:prstGeom prst="rect">
            <a:avLst/>
          </a:prstGeom>
        </p:spPr>
      </p:pic>
      <p:pic>
        <p:nvPicPr>
          <p:cNvPr id="42" name="!!ch_f2b1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835400"/>
            <a:ext cx="114300" cy="190500"/>
          </a:xfrm>
          <a:prstGeom prst="rect">
            <a:avLst/>
          </a:prstGeom>
        </p:spPr>
      </p:pic>
      <p:pic>
        <p:nvPicPr>
          <p:cNvPr id="43" name="!!ch_f2l1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057400" y="4152900"/>
            <a:ext cx="1981200" cy="304800"/>
          </a:xfrm>
          <a:prstGeom prst="rect">
            <a:avLst/>
          </a:prstGeom>
        </p:spPr>
      </p:pic>
      <p:pic>
        <p:nvPicPr>
          <p:cNvPr id="44" name="!!ch_f2b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4178300"/>
            <a:ext cx="88900" cy="190500"/>
          </a:xfrm>
          <a:prstGeom prst="rect">
            <a:avLst/>
          </a:prstGeom>
        </p:spPr>
      </p:pic>
      <p:pic>
        <p:nvPicPr>
          <p:cNvPr id="45" name="!!ch_f2l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498600" y="4495800"/>
            <a:ext cx="2540000" cy="254000"/>
          </a:xfrm>
          <a:prstGeom prst="rect">
            <a:avLst/>
          </a:prstGeom>
        </p:spPr>
      </p:pic>
      <p:pic>
        <p:nvPicPr>
          <p:cNvPr id="46" name="!!ch_f2b12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4521200"/>
            <a:ext cx="88900" cy="190500"/>
          </a:xfrm>
          <a:prstGeom prst="rect">
            <a:avLst/>
          </a:prstGeom>
        </p:spPr>
      </p:pic>
      <p:pic>
        <p:nvPicPr>
          <p:cNvPr id="47" name="!!ch_f2l13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676400" y="4838700"/>
            <a:ext cx="2362200" cy="254000"/>
          </a:xfrm>
          <a:prstGeom prst="rect">
            <a:avLst/>
          </a:prstGeom>
        </p:spPr>
      </p:pic>
      <p:pic>
        <p:nvPicPr>
          <p:cNvPr id="48" name="!!ch_f2b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864100"/>
            <a:ext cx="63500" cy="190500"/>
          </a:xfrm>
          <a:prstGeom prst="rect">
            <a:avLst/>
          </a:prstGeom>
        </p:spPr>
      </p:pic>
      <p:pic>
        <p:nvPicPr>
          <p:cNvPr id="49" name="!!ch_f2l1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778000" y="5181600"/>
            <a:ext cx="2260600" cy="254000"/>
          </a:xfrm>
          <a:prstGeom prst="rect">
            <a:avLst/>
          </a:prstGeom>
        </p:spPr>
      </p:pic>
      <p:pic>
        <p:nvPicPr>
          <p:cNvPr id="50" name="!!ch_f2b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5207000"/>
            <a:ext cx="38100" cy="190500"/>
          </a:xfrm>
          <a:prstGeom prst="rect">
            <a:avLst/>
          </a:prstGeom>
        </p:spPr>
      </p:pic>
      <p:pic>
        <p:nvPicPr>
          <p:cNvPr id="51" name="!!ch_f2l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955800" y="5524500"/>
            <a:ext cx="2082800" cy="254000"/>
          </a:xfrm>
          <a:prstGeom prst="rect">
            <a:avLst/>
          </a:prstGeom>
        </p:spPr>
      </p:pic>
      <p:pic>
        <p:nvPicPr>
          <p:cNvPr id="52" name="!!ch_f2b15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318000" y="5549900"/>
            <a:ext cx="38100" cy="190500"/>
          </a:xfrm>
          <a:prstGeom prst="rect">
            <a:avLst/>
          </a:prstGeom>
        </p:spPr>
      </p:pic>
      <p:pic>
        <p:nvPicPr>
          <p:cNvPr id="53" name="!!ch_f2kk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0" y="5194300"/>
            <a:ext cx="203200" cy="177800"/>
          </a:xfrm>
          <a:prstGeom prst="rect">
            <a:avLst/>
          </a:prstGeom>
        </p:spPr>
      </p:pic>
      <p:pic>
        <p:nvPicPr>
          <p:cNvPr id="54" name="!!ch_f2kt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7137400" y="5143500"/>
            <a:ext cx="2006600" cy="673100"/>
          </a:xfrm>
          <a:prstGeom prst="rect">
            <a:avLst/>
          </a:prstGeom>
        </p:spPr>
      </p:pic>
      <p:pic>
        <p:nvPicPr>
          <p:cNvPr id="55" name="!!robo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953500" y="3111500"/>
            <a:ext cx="3556000" cy="2730500"/>
          </a:xfrm>
          <a:prstGeom prst="rect">
            <a:avLst/>
          </a:prstGeom>
        </p:spPr>
      </p:pic>
      <p:pic>
        <p:nvPicPr>
          <p:cNvPr id="56" name="!!cue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4699000"/>
            <a:ext cx="2286000" cy="920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000" y="4699000"/>
            <a:ext cx="2286000" cy="920750"/>
          </a:xfrm>
          <a:prstGeom prst="rect">
            <a:avLst/>
          </a:prstGeom>
        </p:spPr>
      </p:pic>
      <p:pic>
        <p:nvPicPr>
          <p:cNvPr id="10" name="!!sign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3500" y="4699000"/>
            <a:ext cx="2286000" cy="920750"/>
          </a:xfrm>
          <a:prstGeom prst="rect">
            <a:avLst/>
          </a:prstGeom>
        </p:spPr>
      </p:pic>
      <p:pic>
        <p:nvPicPr>
          <p:cNvPr id="11" name="!!sign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4699000"/>
            <a:ext cx="2286000" cy="920750"/>
          </a:xfrm>
          <a:prstGeom prst="rect">
            <a:avLst/>
          </a:prstGeom>
        </p:spPr>
      </p:pic>
      <p:pic>
        <p:nvPicPr>
          <p:cNvPr id="12" name="!!t_bot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3" name="!!t_bo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4" name="!!t_bo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6" name="!!t_keyw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7" name="!!t_key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8" name="!!t_key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500" y="3111500"/>
            <a:ext cx="3556000" cy="2730500"/>
          </a:xfrm>
          <a:prstGeom prst="rect">
            <a:avLst/>
          </a:prstGeom>
        </p:spPr>
      </p:pic>
      <p:pic>
        <p:nvPicPr>
          <p:cNvPr id="6" name="!!sig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4762500"/>
            <a:ext cx="2444750" cy="1047750"/>
          </a:xfrm>
          <a:prstGeom prst="rect">
            <a:avLst/>
          </a:prstGeom>
        </p:spPr>
      </p:pic>
      <p:pic>
        <p:nvPicPr>
          <p:cNvPr id="7" name="!!sign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0500" y="4762500"/>
            <a:ext cx="2413000" cy="104775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87750" y="1555750"/>
            <a:ext cx="1746250" cy="1238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7500" y="1555750"/>
            <a:ext cx="2190750" cy="1238250"/>
          </a:xfrm>
          <a:prstGeom prst="rect">
            <a:avLst/>
          </a:prstGeom>
        </p:spPr>
      </p:pic>
      <p:pic>
        <p:nvPicPr>
          <p:cNvPr id="10" name="!!t_key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1" name="!!t_key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2" name="!!t_key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500" y="825500"/>
            <a:ext cx="3175000" cy="4508500"/>
          </a:xfrm>
          <a:prstGeom prst="rect">
            <a:avLst/>
          </a:prstGeom>
        </p:spPr>
      </p:pic>
      <p:pic>
        <p:nvPicPr>
          <p:cNvPr id="4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5" name="!!t_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6" name="!!cu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500" y="825500"/>
            <a:ext cx="3175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825500"/>
            <a:ext cx="3175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6750" y="1428750"/>
            <a:ext cx="2222500" cy="2222500"/>
          </a:xfrm>
          <a:prstGeom prst="rect">
            <a:avLst/>
          </a:prstGeom>
        </p:spPr>
      </p:pic>
      <p:pic>
        <p:nvPicPr>
          <p:cNvPr id="6" name="!!lim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1206500"/>
            <a:ext cx="3556000" cy="2730500"/>
          </a:xfrm>
          <a:prstGeom prst="rect">
            <a:avLst/>
          </a:prstGeom>
        </p:spPr>
      </p:pic>
      <p:pic>
        <p:nvPicPr>
          <p:cNvPr id="7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4095750"/>
            <a:ext cx="2508250" cy="857250"/>
          </a:xfrm>
          <a:prstGeom prst="rect">
            <a:avLst/>
          </a:prstGeom>
        </p:spPr>
      </p:pic>
      <p:pic>
        <p:nvPicPr>
          <p:cNvPr id="8" name="!!t_lim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9250" y="4095750"/>
            <a:ext cx="2317750" cy="85725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ard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825500"/>
            <a:ext cx="3175000" cy="4508500"/>
          </a:xfrm>
          <a:prstGeom prst="rect">
            <a:avLst/>
          </a:prstGeom>
        </p:spPr>
      </p:pic>
      <p:pic>
        <p:nvPicPr>
          <p:cNvPr id="4" name="!!card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8500" y="825500"/>
            <a:ext cx="3175000" cy="4508500"/>
          </a:xfrm>
          <a:prstGeom prst="rect">
            <a:avLst/>
          </a:prstGeom>
        </p:spPr>
      </p:pic>
      <p:pic>
        <p:nvPicPr>
          <p:cNvPr id="5" name="!!card_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500" y="825500"/>
            <a:ext cx="3175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75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8" name="!!lim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9250" y="1206500"/>
            <a:ext cx="3556000" cy="2730500"/>
          </a:xfrm>
          <a:prstGeom prst="rect">
            <a:avLst/>
          </a:prstGeom>
        </p:spPr>
      </p:pic>
      <p:pic>
        <p:nvPicPr>
          <p:cNvPr id="9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00" y="4095750"/>
            <a:ext cx="2508250" cy="857250"/>
          </a:xfrm>
          <a:prstGeom prst="rect">
            <a:avLst/>
          </a:prstGeom>
        </p:spPr>
      </p:pic>
      <p:pic>
        <p:nvPicPr>
          <p:cNvPr id="10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1" name="!!t_lim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1500" y="4159250"/>
            <a:ext cx="2889250" cy="7937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8" name="!!t_thank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1000" y="571500"/>
            <a:ext cx="6350000" cy="1238250"/>
          </a:xfrm>
          <a:prstGeom prst="rect">
            <a:avLst/>
          </a:prstGeom>
        </p:spPr>
      </p:pic>
      <p:pic>
        <p:nvPicPr>
          <p:cNvPr id="9" name="!!t_nam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30500" y="1968500"/>
            <a:ext cx="6731000" cy="349250"/>
          </a:xfrm>
          <a:prstGeom prst="rect">
            <a:avLst/>
          </a:prstGeom>
        </p:spPr>
      </p:pic>
      <p:pic>
        <p:nvPicPr>
          <p:cNvPr id="10" name="!!t_rep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8875" y="250825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